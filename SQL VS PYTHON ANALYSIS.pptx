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6" r:id="rId9"/>
    <p:sldId id="264" r:id="rId10"/>
    <p:sldId id="263" r:id="rId11"/>
    <p:sldId id="265" r:id="rId12"/>
    <p:sldId id="267" r:id="rId13"/>
    <p:sldId id="268" r:id="rId14"/>
    <p:sldId id="269" r:id="rId15"/>
    <p:sldId id="270" r:id="rId16"/>
    <p:sldId id="272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5FC7B7-EAAA-48D8-83B1-2DA80368B9D1}" v="5" dt="2026-04-06T18:02:37.6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faz Shah" userId="7f20df43346efa52" providerId="LiveId" clId="{06FB406D-F9BE-4A34-BCA3-031B98EF0FC7}"/>
    <pc:docChg chg="undo custSel addSld modSld">
      <pc:chgData name="Aifaz Shah" userId="7f20df43346efa52" providerId="LiveId" clId="{06FB406D-F9BE-4A34-BCA3-031B98EF0FC7}" dt="2026-04-07T10:48:49.997" v="196" actId="14100"/>
      <pc:docMkLst>
        <pc:docMk/>
      </pc:docMkLst>
      <pc:sldChg chg="addSp delSp modSp add mod">
        <pc:chgData name="Aifaz Shah" userId="7f20df43346efa52" providerId="LiveId" clId="{06FB406D-F9BE-4A34-BCA3-031B98EF0FC7}" dt="2026-04-06T17:46:26.259" v="15" actId="14100"/>
        <pc:sldMkLst>
          <pc:docMk/>
          <pc:sldMk cId="2454505403" sldId="278"/>
        </pc:sldMkLst>
        <pc:spChg chg="add mod">
          <ac:chgData name="Aifaz Shah" userId="7f20df43346efa52" providerId="LiveId" clId="{06FB406D-F9BE-4A34-BCA3-031B98EF0FC7}" dt="2026-04-06T17:45:37.388" v="7" actId="1076"/>
          <ac:spMkLst>
            <pc:docMk/>
            <pc:sldMk cId="2454505403" sldId="278"/>
            <ac:spMk id="4" creationId="{05CA27DC-CFA5-A36C-985C-5C6C0F030C04}"/>
          </ac:spMkLst>
        </pc:spChg>
        <pc:spChg chg="mod">
          <ac:chgData name="Aifaz Shah" userId="7f20df43346efa52" providerId="LiveId" clId="{06FB406D-F9BE-4A34-BCA3-031B98EF0FC7}" dt="2026-04-06T17:44:28.946" v="4"/>
          <ac:spMkLst>
            <pc:docMk/>
            <pc:sldMk cId="2454505403" sldId="278"/>
            <ac:spMk id="5" creationId="{FB0FF017-D713-0CA9-124F-1E1C6CA61F34}"/>
          </ac:spMkLst>
        </pc:spChg>
        <pc:picChg chg="del">
          <ac:chgData name="Aifaz Shah" userId="7f20df43346efa52" providerId="LiveId" clId="{06FB406D-F9BE-4A34-BCA3-031B98EF0FC7}" dt="2026-04-06T17:44:24.364" v="2" actId="478"/>
          <ac:picMkLst>
            <pc:docMk/>
            <pc:sldMk cId="2454505403" sldId="278"/>
            <ac:picMk id="3" creationId="{5E1B42D7-9B3C-C1AE-2F34-17DFEA19D410}"/>
          </ac:picMkLst>
        </pc:picChg>
        <pc:picChg chg="del">
          <ac:chgData name="Aifaz Shah" userId="7f20df43346efa52" providerId="LiveId" clId="{06FB406D-F9BE-4A34-BCA3-031B98EF0FC7}" dt="2026-04-06T17:44:23.002" v="1" actId="478"/>
          <ac:picMkLst>
            <pc:docMk/>
            <pc:sldMk cId="2454505403" sldId="278"/>
            <ac:picMk id="7" creationId="{82998E56-D1D6-13BC-0D8B-DFB0DBD55C11}"/>
          </ac:picMkLst>
        </pc:picChg>
        <pc:picChg chg="add mod">
          <ac:chgData name="Aifaz Shah" userId="7f20df43346efa52" providerId="LiveId" clId="{06FB406D-F9BE-4A34-BCA3-031B98EF0FC7}" dt="2026-04-06T17:46:26.259" v="15" actId="14100"/>
          <ac:picMkLst>
            <pc:docMk/>
            <pc:sldMk cId="2454505403" sldId="278"/>
            <ac:picMk id="9" creationId="{C2B4C8A1-68D4-292D-1F37-FEB42EF86293}"/>
          </ac:picMkLst>
        </pc:picChg>
      </pc:sldChg>
      <pc:sldChg chg="addSp delSp modSp add mod">
        <pc:chgData name="Aifaz Shah" userId="7f20df43346efa52" providerId="LiveId" clId="{06FB406D-F9BE-4A34-BCA3-031B98EF0FC7}" dt="2026-04-06T17:48:32.802" v="37" actId="14100"/>
        <pc:sldMkLst>
          <pc:docMk/>
          <pc:sldMk cId="133701947" sldId="279"/>
        </pc:sldMkLst>
        <pc:spChg chg="del mod">
          <ac:chgData name="Aifaz Shah" userId="7f20df43346efa52" providerId="LiveId" clId="{06FB406D-F9BE-4A34-BCA3-031B98EF0FC7}" dt="2026-04-06T17:46:39.554" v="21"/>
          <ac:spMkLst>
            <pc:docMk/>
            <pc:sldMk cId="133701947" sldId="279"/>
            <ac:spMk id="4" creationId="{4492DF08-8BDA-A20D-33A9-E01A753B9DBC}"/>
          </ac:spMkLst>
        </pc:spChg>
        <pc:spChg chg="mod">
          <ac:chgData name="Aifaz Shah" userId="7f20df43346efa52" providerId="LiveId" clId="{06FB406D-F9BE-4A34-BCA3-031B98EF0FC7}" dt="2026-04-06T17:47:37.126" v="33" actId="20577"/>
          <ac:spMkLst>
            <pc:docMk/>
            <pc:sldMk cId="133701947" sldId="279"/>
            <ac:spMk id="12" creationId="{6DE2AB52-B695-BBEE-F596-6F998E893CA1}"/>
          </ac:spMkLst>
        </pc:spChg>
        <pc:picChg chg="add mod">
          <ac:chgData name="Aifaz Shah" userId="7f20df43346efa52" providerId="LiveId" clId="{06FB406D-F9BE-4A34-BCA3-031B98EF0FC7}" dt="2026-04-06T17:47:31.486" v="24" actId="14100"/>
          <ac:picMkLst>
            <pc:docMk/>
            <pc:sldMk cId="133701947" sldId="279"/>
            <ac:picMk id="3" creationId="{AAB2D0AE-ED20-5681-7DFA-30FA4754A68C}"/>
          </ac:picMkLst>
        </pc:picChg>
        <pc:picChg chg="add mod">
          <ac:chgData name="Aifaz Shah" userId="7f20df43346efa52" providerId="LiveId" clId="{06FB406D-F9BE-4A34-BCA3-031B98EF0FC7}" dt="2026-04-06T17:48:32.802" v="37" actId="14100"/>
          <ac:picMkLst>
            <pc:docMk/>
            <pc:sldMk cId="133701947" sldId="279"/>
            <ac:picMk id="8" creationId="{D563F512-33D2-E86E-28FA-0566FF2CDD8C}"/>
          </ac:picMkLst>
        </pc:picChg>
        <pc:picChg chg="del">
          <ac:chgData name="Aifaz Shah" userId="7f20df43346efa52" providerId="LiveId" clId="{06FB406D-F9BE-4A34-BCA3-031B98EF0FC7}" dt="2026-04-06T17:46:39.551" v="19" actId="478"/>
          <ac:picMkLst>
            <pc:docMk/>
            <pc:sldMk cId="133701947" sldId="279"/>
            <ac:picMk id="9" creationId="{E3B6E4A5-8A01-A2ED-155F-4719328B3B62}"/>
          </ac:picMkLst>
        </pc:picChg>
      </pc:sldChg>
      <pc:sldChg chg="addSp delSp modSp add mod">
        <pc:chgData name="Aifaz Shah" userId="7f20df43346efa52" providerId="LiveId" clId="{06FB406D-F9BE-4A34-BCA3-031B98EF0FC7}" dt="2026-04-06T17:51:23.183" v="67" actId="14100"/>
        <pc:sldMkLst>
          <pc:docMk/>
          <pc:sldMk cId="2533594981" sldId="280"/>
        </pc:sldMkLst>
        <pc:spChg chg="add mod">
          <ac:chgData name="Aifaz Shah" userId="7f20df43346efa52" providerId="LiveId" clId="{06FB406D-F9BE-4A34-BCA3-031B98EF0FC7}" dt="2026-04-06T17:50:08.077" v="57" actId="14100"/>
          <ac:spMkLst>
            <pc:docMk/>
            <pc:sldMk cId="2533594981" sldId="280"/>
            <ac:spMk id="4" creationId="{905EA438-128D-348A-EA65-5F0B30B66873}"/>
          </ac:spMkLst>
        </pc:spChg>
        <pc:spChg chg="mod">
          <ac:chgData name="Aifaz Shah" userId="7f20df43346efa52" providerId="LiveId" clId="{06FB406D-F9BE-4A34-BCA3-031B98EF0FC7}" dt="2026-04-06T17:49:08.730" v="42"/>
          <ac:spMkLst>
            <pc:docMk/>
            <pc:sldMk cId="2533594981" sldId="280"/>
            <ac:spMk id="5" creationId="{981F4A2B-85D4-0093-2D7A-EFAA42A0EF07}"/>
          </ac:spMkLst>
        </pc:spChg>
        <pc:spChg chg="mod">
          <ac:chgData name="Aifaz Shah" userId="7f20df43346efa52" providerId="LiveId" clId="{06FB406D-F9BE-4A34-BCA3-031B98EF0FC7}" dt="2026-04-06T17:49:13.801" v="51" actId="20577"/>
          <ac:spMkLst>
            <pc:docMk/>
            <pc:sldMk cId="2533594981" sldId="280"/>
            <ac:spMk id="12" creationId="{AD0DD046-9AC5-D0F2-0D89-287423F70FD1}"/>
          </ac:spMkLst>
        </pc:spChg>
        <pc:picChg chg="del">
          <ac:chgData name="Aifaz Shah" userId="7f20df43346efa52" providerId="LiveId" clId="{06FB406D-F9BE-4A34-BCA3-031B98EF0FC7}" dt="2026-04-06T17:49:05.325" v="40" actId="478"/>
          <ac:picMkLst>
            <pc:docMk/>
            <pc:sldMk cId="2533594981" sldId="280"/>
            <ac:picMk id="3" creationId="{249A7F7D-605F-316C-261D-C188D9A9A7EC}"/>
          </ac:picMkLst>
        </pc:picChg>
        <pc:picChg chg="del">
          <ac:chgData name="Aifaz Shah" userId="7f20df43346efa52" providerId="LiveId" clId="{06FB406D-F9BE-4A34-BCA3-031B98EF0FC7}" dt="2026-04-06T17:49:03.244" v="39" actId="478"/>
          <ac:picMkLst>
            <pc:docMk/>
            <pc:sldMk cId="2533594981" sldId="280"/>
            <ac:picMk id="8" creationId="{D3C00D2E-7F97-D389-62E7-C8343364C9E0}"/>
          </ac:picMkLst>
        </pc:picChg>
        <pc:picChg chg="add del mod">
          <ac:chgData name="Aifaz Shah" userId="7f20df43346efa52" providerId="LiveId" clId="{06FB406D-F9BE-4A34-BCA3-031B98EF0FC7}" dt="2026-04-06T17:50:42.840" v="62" actId="478"/>
          <ac:picMkLst>
            <pc:docMk/>
            <pc:sldMk cId="2533594981" sldId="280"/>
            <ac:picMk id="9" creationId="{CBFD9B4D-CF9D-8D6A-96DB-E66F490EDEE7}"/>
          </ac:picMkLst>
        </pc:picChg>
        <pc:picChg chg="add mod">
          <ac:chgData name="Aifaz Shah" userId="7f20df43346efa52" providerId="LiveId" clId="{06FB406D-F9BE-4A34-BCA3-031B98EF0FC7}" dt="2026-04-06T17:51:23.183" v="67" actId="14100"/>
          <ac:picMkLst>
            <pc:docMk/>
            <pc:sldMk cId="2533594981" sldId="280"/>
            <ac:picMk id="11" creationId="{77CC73D8-C844-574C-D528-D8E60EC847E7}"/>
          </ac:picMkLst>
        </pc:picChg>
      </pc:sldChg>
      <pc:sldChg chg="addSp delSp modSp add mod">
        <pc:chgData name="Aifaz Shah" userId="7f20df43346efa52" providerId="LiveId" clId="{06FB406D-F9BE-4A34-BCA3-031B98EF0FC7}" dt="2026-04-06T17:54:44.645" v="87" actId="14100"/>
        <pc:sldMkLst>
          <pc:docMk/>
          <pc:sldMk cId="2242672977" sldId="281"/>
        </pc:sldMkLst>
        <pc:spChg chg="del mod">
          <ac:chgData name="Aifaz Shah" userId="7f20df43346efa52" providerId="LiveId" clId="{06FB406D-F9BE-4A34-BCA3-031B98EF0FC7}" dt="2026-04-06T17:51:34.349" v="72"/>
          <ac:spMkLst>
            <pc:docMk/>
            <pc:sldMk cId="2242672977" sldId="281"/>
            <ac:spMk id="4" creationId="{BFDB9840-0E40-5A9B-1081-4BCA30174F5A}"/>
          </ac:spMkLst>
        </pc:spChg>
        <pc:picChg chg="add mod">
          <ac:chgData name="Aifaz Shah" userId="7f20df43346efa52" providerId="LiveId" clId="{06FB406D-F9BE-4A34-BCA3-031B98EF0FC7}" dt="2026-04-06T17:53:15.011" v="76" actId="14100"/>
          <ac:picMkLst>
            <pc:docMk/>
            <pc:sldMk cId="2242672977" sldId="281"/>
            <ac:picMk id="3" creationId="{34B66B6C-BA23-2BEC-B108-C82CC7756401}"/>
          </ac:picMkLst>
        </pc:picChg>
        <pc:picChg chg="add del mod">
          <ac:chgData name="Aifaz Shah" userId="7f20df43346efa52" providerId="LiveId" clId="{06FB406D-F9BE-4A34-BCA3-031B98EF0FC7}" dt="2026-04-06T17:53:57.664" v="80" actId="478"/>
          <ac:picMkLst>
            <pc:docMk/>
            <pc:sldMk cId="2242672977" sldId="281"/>
            <ac:picMk id="8" creationId="{5A2DFA50-8EBE-F9C0-5D02-F84D74A3D83C}"/>
          </ac:picMkLst>
        </pc:picChg>
        <pc:picChg chg="add del">
          <ac:chgData name="Aifaz Shah" userId="7f20df43346efa52" providerId="LiveId" clId="{06FB406D-F9BE-4A34-BCA3-031B98EF0FC7}" dt="2026-04-06T17:54:09.438" v="82" actId="478"/>
          <ac:picMkLst>
            <pc:docMk/>
            <pc:sldMk cId="2242672977" sldId="281"/>
            <ac:picMk id="10" creationId="{5C9114BF-FA72-605E-F883-DEEA15A4BF93}"/>
          </ac:picMkLst>
        </pc:picChg>
        <pc:picChg chg="del">
          <ac:chgData name="Aifaz Shah" userId="7f20df43346efa52" providerId="LiveId" clId="{06FB406D-F9BE-4A34-BCA3-031B98EF0FC7}" dt="2026-04-06T17:51:34.346" v="70" actId="478"/>
          <ac:picMkLst>
            <pc:docMk/>
            <pc:sldMk cId="2242672977" sldId="281"/>
            <ac:picMk id="11" creationId="{BB90D0AB-A4B3-7B0A-3923-0FBB04AA37FE}"/>
          </ac:picMkLst>
        </pc:picChg>
        <pc:picChg chg="add mod">
          <ac:chgData name="Aifaz Shah" userId="7f20df43346efa52" providerId="LiveId" clId="{06FB406D-F9BE-4A34-BCA3-031B98EF0FC7}" dt="2026-04-06T17:54:44.645" v="87" actId="14100"/>
          <ac:picMkLst>
            <pc:docMk/>
            <pc:sldMk cId="2242672977" sldId="281"/>
            <ac:picMk id="14" creationId="{9622F7F8-8D16-70E4-D8CB-F7F0C86870B9}"/>
          </ac:picMkLst>
        </pc:picChg>
      </pc:sldChg>
      <pc:sldChg chg="addSp delSp modSp add mod">
        <pc:chgData name="Aifaz Shah" userId="7f20df43346efa52" providerId="LiveId" clId="{06FB406D-F9BE-4A34-BCA3-031B98EF0FC7}" dt="2026-04-07T10:47:17.259" v="182" actId="1076"/>
        <pc:sldMkLst>
          <pc:docMk/>
          <pc:sldMk cId="3608589918" sldId="282"/>
        </pc:sldMkLst>
        <pc:spChg chg="add del mod">
          <ac:chgData name="Aifaz Shah" userId="7f20df43346efa52" providerId="LiveId" clId="{06FB406D-F9BE-4A34-BCA3-031B98EF0FC7}" dt="2026-04-07T10:47:17.259" v="182" actId="1076"/>
          <ac:spMkLst>
            <pc:docMk/>
            <pc:sldMk cId="3608589918" sldId="282"/>
            <ac:spMk id="4" creationId="{5C8E05A3-DA6F-592A-8FB1-8BC8160A34A2}"/>
          </ac:spMkLst>
        </pc:spChg>
        <pc:spChg chg="add del mod">
          <ac:chgData name="Aifaz Shah" userId="7f20df43346efa52" providerId="LiveId" clId="{06FB406D-F9BE-4A34-BCA3-031B98EF0FC7}" dt="2026-04-07T10:47:01.737" v="179" actId="478"/>
          <ac:spMkLst>
            <pc:docMk/>
            <pc:sldMk cId="3608589918" sldId="282"/>
            <ac:spMk id="5" creationId="{1ED15BBF-59D9-D599-FAFC-E96B97AC2A2C}"/>
          </ac:spMkLst>
        </pc:spChg>
        <pc:spChg chg="add del mod">
          <ac:chgData name="Aifaz Shah" userId="7f20df43346efa52" providerId="LiveId" clId="{06FB406D-F9BE-4A34-BCA3-031B98EF0FC7}" dt="2026-04-07T10:47:01.737" v="179" actId="478"/>
          <ac:spMkLst>
            <pc:docMk/>
            <pc:sldMk cId="3608589918" sldId="282"/>
            <ac:spMk id="6" creationId="{42002657-CED8-AF24-B12B-F9166EB32700}"/>
          </ac:spMkLst>
        </pc:spChg>
        <pc:spChg chg="add del mod">
          <ac:chgData name="Aifaz Shah" userId="7f20df43346efa52" providerId="LiveId" clId="{06FB406D-F9BE-4A34-BCA3-031B98EF0FC7}" dt="2026-04-07T10:47:01.737" v="179" actId="478"/>
          <ac:spMkLst>
            <pc:docMk/>
            <pc:sldMk cId="3608589918" sldId="282"/>
            <ac:spMk id="12" creationId="{DA2C86D5-14E9-36D7-6FCE-9F884786D4DC}"/>
          </ac:spMkLst>
        </pc:spChg>
        <pc:picChg chg="del">
          <ac:chgData name="Aifaz Shah" userId="7f20df43346efa52" providerId="LiveId" clId="{06FB406D-F9BE-4A34-BCA3-031B98EF0FC7}" dt="2026-04-06T17:55:58.234" v="99" actId="478"/>
          <ac:picMkLst>
            <pc:docMk/>
            <pc:sldMk cId="3608589918" sldId="282"/>
            <ac:picMk id="3" creationId="{69677843-E83C-6627-790B-8E9BE65EBCF0}"/>
          </ac:picMkLst>
        </pc:picChg>
        <pc:picChg chg="del">
          <ac:chgData name="Aifaz Shah" userId="7f20df43346efa52" providerId="LiveId" clId="{06FB406D-F9BE-4A34-BCA3-031B98EF0FC7}" dt="2026-04-06T17:56:04.221" v="100" actId="478"/>
          <ac:picMkLst>
            <pc:docMk/>
            <pc:sldMk cId="3608589918" sldId="282"/>
            <ac:picMk id="14" creationId="{613B4BF1-548D-1CB0-B779-57EFE8A6C55E}"/>
          </ac:picMkLst>
        </pc:picChg>
      </pc:sldChg>
      <pc:sldChg chg="addSp modSp add mod">
        <pc:chgData name="Aifaz Shah" userId="7f20df43346efa52" providerId="LiveId" clId="{06FB406D-F9BE-4A34-BCA3-031B98EF0FC7}" dt="2026-04-06T17:59:04.863" v="124" actId="1076"/>
        <pc:sldMkLst>
          <pc:docMk/>
          <pc:sldMk cId="2165115001" sldId="283"/>
        </pc:sldMkLst>
        <pc:spChg chg="mod">
          <ac:chgData name="Aifaz Shah" userId="7f20df43346efa52" providerId="LiveId" clId="{06FB406D-F9BE-4A34-BCA3-031B98EF0FC7}" dt="2026-04-06T17:58:02.461" v="114" actId="20577"/>
          <ac:spMkLst>
            <pc:docMk/>
            <pc:sldMk cId="2165115001" sldId="283"/>
            <ac:spMk id="12" creationId="{95D9FED3-E9A1-2E4F-E812-538E2CBFA9A1}"/>
          </ac:spMkLst>
        </pc:spChg>
        <pc:picChg chg="add mod">
          <ac:chgData name="Aifaz Shah" userId="7f20df43346efa52" providerId="LiveId" clId="{06FB406D-F9BE-4A34-BCA3-031B98EF0FC7}" dt="2026-04-06T17:57:53.169" v="105" actId="14100"/>
          <ac:picMkLst>
            <pc:docMk/>
            <pc:sldMk cId="2165115001" sldId="283"/>
            <ac:picMk id="3" creationId="{C06F0517-9716-B124-4B30-D1EF1947F430}"/>
          </ac:picMkLst>
        </pc:picChg>
        <pc:picChg chg="add mod">
          <ac:chgData name="Aifaz Shah" userId="7f20df43346efa52" providerId="LiveId" clId="{06FB406D-F9BE-4A34-BCA3-031B98EF0FC7}" dt="2026-04-06T17:59:04.863" v="124" actId="1076"/>
          <ac:picMkLst>
            <pc:docMk/>
            <pc:sldMk cId="2165115001" sldId="283"/>
            <ac:picMk id="7" creationId="{E78A5562-87CF-5E7B-9582-8440650434F1}"/>
          </ac:picMkLst>
        </pc:picChg>
      </pc:sldChg>
      <pc:sldChg chg="addSp delSp modSp add mod">
        <pc:chgData name="Aifaz Shah" userId="7f20df43346efa52" providerId="LiveId" clId="{06FB406D-F9BE-4A34-BCA3-031B98EF0FC7}" dt="2026-04-07T10:48:49.997" v="196" actId="14100"/>
        <pc:sldMkLst>
          <pc:docMk/>
          <pc:sldMk cId="4228958029" sldId="284"/>
        </pc:sldMkLst>
        <pc:spChg chg="mod">
          <ac:chgData name="Aifaz Shah" userId="7f20df43346efa52" providerId="LiveId" clId="{06FB406D-F9BE-4A34-BCA3-031B98EF0FC7}" dt="2026-04-07T10:48:03.641" v="190" actId="1076"/>
          <ac:spMkLst>
            <pc:docMk/>
            <pc:sldMk cId="4228958029" sldId="284"/>
            <ac:spMk id="5" creationId="{555AF2A7-72F9-C6F7-CDC2-8B72738BA994}"/>
          </ac:spMkLst>
        </pc:spChg>
        <pc:spChg chg="mod">
          <ac:chgData name="Aifaz Shah" userId="7f20df43346efa52" providerId="LiveId" clId="{06FB406D-F9BE-4A34-BCA3-031B98EF0FC7}" dt="2026-04-07T10:47:58.477" v="189" actId="1076"/>
          <ac:spMkLst>
            <pc:docMk/>
            <pc:sldMk cId="4228958029" sldId="284"/>
            <ac:spMk id="6" creationId="{637C3A72-1B3F-071E-68FF-28115CCD2DD3}"/>
          </ac:spMkLst>
        </pc:spChg>
        <pc:spChg chg="add mod">
          <ac:chgData name="Aifaz Shah" userId="7f20df43346efa52" providerId="LiveId" clId="{06FB406D-F9BE-4A34-BCA3-031B98EF0FC7}" dt="2026-04-07T10:48:17.432" v="192" actId="14100"/>
          <ac:spMkLst>
            <pc:docMk/>
            <pc:sldMk cId="4228958029" sldId="284"/>
            <ac:spMk id="9" creationId="{E8447A20-798A-BE24-CE63-4E03B3DF990F}"/>
          </ac:spMkLst>
        </pc:spChg>
        <pc:spChg chg="mod">
          <ac:chgData name="Aifaz Shah" userId="7f20df43346efa52" providerId="LiveId" clId="{06FB406D-F9BE-4A34-BCA3-031B98EF0FC7}" dt="2026-04-06T18:01:17.643" v="144" actId="20577"/>
          <ac:spMkLst>
            <pc:docMk/>
            <pc:sldMk cId="4228958029" sldId="284"/>
            <ac:spMk id="12" creationId="{09345ED5-C039-4F36-EB16-AB6BF55845ED}"/>
          </ac:spMkLst>
        </pc:spChg>
        <pc:picChg chg="del">
          <ac:chgData name="Aifaz Shah" userId="7f20df43346efa52" providerId="LiveId" clId="{06FB406D-F9BE-4A34-BCA3-031B98EF0FC7}" dt="2026-04-06T18:01:06.501" v="132" actId="478"/>
          <ac:picMkLst>
            <pc:docMk/>
            <pc:sldMk cId="4228958029" sldId="284"/>
            <ac:picMk id="3" creationId="{26E98DC6-1E11-8162-6900-FE564D8A3AD8}"/>
          </ac:picMkLst>
        </pc:picChg>
        <pc:picChg chg="add del">
          <ac:chgData name="Aifaz Shah" userId="7f20df43346efa52" providerId="LiveId" clId="{06FB406D-F9BE-4A34-BCA3-031B98EF0FC7}" dt="2026-04-07T10:46:08.755" v="171" actId="478"/>
          <ac:picMkLst>
            <pc:docMk/>
            <pc:sldMk cId="4228958029" sldId="284"/>
            <ac:picMk id="4" creationId="{90E176C3-0202-FFB1-4C4F-BD48DFEE15D0}"/>
          </ac:picMkLst>
        </pc:picChg>
        <pc:picChg chg="del">
          <ac:chgData name="Aifaz Shah" userId="7f20df43346efa52" providerId="LiveId" clId="{06FB406D-F9BE-4A34-BCA3-031B98EF0FC7}" dt="2026-04-06T18:01:08.017" v="133" actId="478"/>
          <ac:picMkLst>
            <pc:docMk/>
            <pc:sldMk cId="4228958029" sldId="284"/>
            <ac:picMk id="7" creationId="{81EDAAF6-2D00-A4B3-2627-955CBD1692AC}"/>
          </ac:picMkLst>
        </pc:picChg>
        <pc:picChg chg="add mod">
          <ac:chgData name="Aifaz Shah" userId="7f20df43346efa52" providerId="LiveId" clId="{06FB406D-F9BE-4A34-BCA3-031B98EF0FC7}" dt="2026-04-07T10:48:49.997" v="196" actId="14100"/>
          <ac:picMkLst>
            <pc:docMk/>
            <pc:sldMk cId="4228958029" sldId="284"/>
            <ac:picMk id="11" creationId="{DE5DA143-1648-CE22-460F-0222DE0D3248}"/>
          </ac:picMkLst>
        </pc:picChg>
      </pc:sldChg>
      <pc:sldChg chg="addSp modSp add mod">
        <pc:chgData name="Aifaz Shah" userId="7f20df43346efa52" providerId="LiveId" clId="{06FB406D-F9BE-4A34-BCA3-031B98EF0FC7}" dt="2026-04-07T10:45:04.015" v="169" actId="14100"/>
        <pc:sldMkLst>
          <pc:docMk/>
          <pc:sldMk cId="3014301135" sldId="285"/>
        </pc:sldMkLst>
        <pc:spChg chg="add mod">
          <ac:chgData name="Aifaz Shah" userId="7f20df43346efa52" providerId="LiveId" clId="{06FB406D-F9BE-4A34-BCA3-031B98EF0FC7}" dt="2026-04-07T08:14:37.029" v="161" actId="20577"/>
          <ac:spMkLst>
            <pc:docMk/>
            <pc:sldMk cId="3014301135" sldId="285"/>
            <ac:spMk id="3" creationId="{12FCA5FF-CE87-A0F7-AE1B-F0890FED70B8}"/>
          </ac:spMkLst>
        </pc:spChg>
        <pc:spChg chg="mod">
          <ac:chgData name="Aifaz Shah" userId="7f20df43346efa52" providerId="LiveId" clId="{06FB406D-F9BE-4A34-BCA3-031B98EF0FC7}" dt="2026-04-06T18:01:32.058" v="156" actId="20577"/>
          <ac:spMkLst>
            <pc:docMk/>
            <pc:sldMk cId="3014301135" sldId="285"/>
            <ac:spMk id="12" creationId="{CFD95332-2535-2D6E-719B-C23C9CDEF4C5}"/>
          </ac:spMkLst>
        </pc:spChg>
        <pc:picChg chg="add mod">
          <ac:chgData name="Aifaz Shah" userId="7f20df43346efa52" providerId="LiveId" clId="{06FB406D-F9BE-4A34-BCA3-031B98EF0FC7}" dt="2026-04-07T10:44:25.371" v="165" actId="14100"/>
          <ac:picMkLst>
            <pc:docMk/>
            <pc:sldMk cId="3014301135" sldId="285"/>
            <ac:picMk id="7" creationId="{BEA0EB48-F1CA-98FA-0789-AEE12AD7D634}"/>
          </ac:picMkLst>
        </pc:picChg>
        <pc:picChg chg="add mod">
          <ac:chgData name="Aifaz Shah" userId="7f20df43346efa52" providerId="LiveId" clId="{06FB406D-F9BE-4A34-BCA3-031B98EF0FC7}" dt="2026-04-07T10:45:04.015" v="169" actId="14100"/>
          <ac:picMkLst>
            <pc:docMk/>
            <pc:sldMk cId="3014301135" sldId="285"/>
            <ac:picMk id="9" creationId="{731C5E42-AE5D-1707-FE90-E5B5CFC9F50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6CDE5-92D8-4C62-B786-656C282EE2B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B8C14B-A39C-461D-AAAE-1EA994BF5C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12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B8C14B-A39C-461D-AAAE-1EA994BF5C0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140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7C111-C0B6-D584-A10C-48879B57C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548C3A-73F3-17B6-C0B7-69CA8A4EF8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185CD5-2E8A-4641-2038-AB6ED8CD67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008C3-5027-99CF-39D2-E40F580D35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B8C14B-A39C-461D-AAAE-1EA994BF5C0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884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1F10E-F8C2-4018-B820-84B5559DB1A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2AAC3-3D35-4458-A6AE-2819277445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250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1F10E-F8C2-4018-B820-84B5559DB1A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2AAC3-3D35-4458-A6AE-2819277445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764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1F10E-F8C2-4018-B820-84B5559DB1A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2AAC3-3D35-4458-A6AE-2819277445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158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1F10E-F8C2-4018-B820-84B5559DB1A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2AAC3-3D35-4458-A6AE-2819277445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164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1F10E-F8C2-4018-B820-84B5559DB1A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2AAC3-3D35-4458-A6AE-2819277445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9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1F10E-F8C2-4018-B820-84B5559DB1A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2AAC3-3D35-4458-A6AE-2819277445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2328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1F10E-F8C2-4018-B820-84B5559DB1A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2AAC3-3D35-4458-A6AE-2819277445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200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1F10E-F8C2-4018-B820-84B5559DB1A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2AAC3-3D35-4458-A6AE-2819277445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650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1F10E-F8C2-4018-B820-84B5559DB1A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2AAC3-3D35-4458-A6AE-2819277445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646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1F10E-F8C2-4018-B820-84B5559DB1A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2AAC3-3D35-4458-A6AE-2819277445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565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1F10E-F8C2-4018-B820-84B5559DB1A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2AAC3-3D35-4458-A6AE-2819277445E3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81632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1F10E-F8C2-4018-B820-84B5559DB1A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2AAC3-3D35-4458-A6AE-2819277445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8594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1F10E-F8C2-4018-B820-84B5559DB1A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2AAC3-3D35-4458-A6AE-2819277445E3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70475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1F10E-F8C2-4018-B820-84B5559DB1A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2AAC3-3D35-4458-A6AE-2819277445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4454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1F10E-F8C2-4018-B820-84B5559DB1A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2AAC3-3D35-4458-A6AE-2819277445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7850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1F10E-F8C2-4018-B820-84B5559DB1A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2AAC3-3D35-4458-A6AE-2819277445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798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1F10E-F8C2-4018-B820-84B5559DB1A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402AAC3-3D35-4458-A6AE-2819277445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735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B2832C-1AFA-7C12-5E50-A3F8AC578682}"/>
              </a:ext>
            </a:extLst>
          </p:cNvPr>
          <p:cNvSpPr txBox="1"/>
          <p:nvPr/>
        </p:nvSpPr>
        <p:spPr>
          <a:xfrm>
            <a:off x="4310743" y="228600"/>
            <a:ext cx="333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BASIC PROBLEMS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B2E245-3768-3896-199C-DCBFD2AE5716}"/>
              </a:ext>
            </a:extLst>
          </p:cNvPr>
          <p:cNvSpPr txBox="1"/>
          <p:nvPr/>
        </p:nvSpPr>
        <p:spPr>
          <a:xfrm>
            <a:off x="729342" y="800099"/>
            <a:ext cx="635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Q1.List all unique cities where Customers are located.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356695-BE05-D4D3-DE6B-922F5E536B26}"/>
              </a:ext>
            </a:extLst>
          </p:cNvPr>
          <p:cNvSpPr txBox="1"/>
          <p:nvPr/>
        </p:nvSpPr>
        <p:spPr>
          <a:xfrm>
            <a:off x="7826828" y="228600"/>
            <a:ext cx="1709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SQL OUTPUT</a:t>
            </a:r>
            <a:endParaRPr lang="en-IN" b="1" u="sng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F6C4E96-1B42-6314-5A18-21561BE6B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257" y="1169431"/>
            <a:ext cx="3185469" cy="46392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79B067-D34B-A44F-4DE6-5E7FC8276913}"/>
              </a:ext>
            </a:extLst>
          </p:cNvPr>
          <p:cNvSpPr txBox="1"/>
          <p:nvPr/>
        </p:nvSpPr>
        <p:spPr>
          <a:xfrm>
            <a:off x="1096702" y="1545771"/>
            <a:ext cx="61056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DISTINCT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customer_city</a:t>
            </a:r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customers$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630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05F5E-9FD3-D147-26D6-53F0F27C4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82C5A0-36C4-B590-F3C0-8B63D23D63B6}"/>
              </a:ext>
            </a:extLst>
          </p:cNvPr>
          <p:cNvSpPr txBox="1"/>
          <p:nvPr/>
        </p:nvSpPr>
        <p:spPr>
          <a:xfrm>
            <a:off x="4310743" y="228600"/>
            <a:ext cx="333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BASIC PROBLEMS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E81329-202A-3E00-BE2A-76FF25CA0AC4}"/>
              </a:ext>
            </a:extLst>
          </p:cNvPr>
          <p:cNvSpPr txBox="1"/>
          <p:nvPr/>
        </p:nvSpPr>
        <p:spPr>
          <a:xfrm>
            <a:off x="729342" y="800099"/>
            <a:ext cx="635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Q1.List all unique cities where Customers are located.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F13E3D-1C90-774A-29ED-21888B96B680}"/>
              </a:ext>
            </a:extLst>
          </p:cNvPr>
          <p:cNvSpPr txBox="1"/>
          <p:nvPr/>
        </p:nvSpPr>
        <p:spPr>
          <a:xfrm>
            <a:off x="7826828" y="228600"/>
            <a:ext cx="2547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PYTHON OUTPUT</a:t>
            </a:r>
            <a:endParaRPr lang="en-IN" b="1" u="sng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82BF5AE-98E1-E271-984B-B2A132472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830" y="1597681"/>
            <a:ext cx="3410125" cy="366263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3731886-F2FC-091F-61E6-5BB5B58069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573" y="1631857"/>
            <a:ext cx="4918598" cy="336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078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16969AE-C68C-E455-9520-03777891FF12}"/>
              </a:ext>
            </a:extLst>
          </p:cNvPr>
          <p:cNvSpPr txBox="1"/>
          <p:nvPr/>
        </p:nvSpPr>
        <p:spPr>
          <a:xfrm>
            <a:off x="250372" y="1034143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Q2--Count the number of orders placed in 2017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AA927D-DE75-77F9-ABA4-75F4C2CE2242}"/>
              </a:ext>
            </a:extLst>
          </p:cNvPr>
          <p:cNvSpPr txBox="1"/>
          <p:nvPr/>
        </p:nvSpPr>
        <p:spPr>
          <a:xfrm>
            <a:off x="4310743" y="228600"/>
            <a:ext cx="333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BASIC PROBLEMS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FA95F8-A185-D07F-B0B1-3A0D2C23B635}"/>
              </a:ext>
            </a:extLst>
          </p:cNvPr>
          <p:cNvSpPr txBox="1"/>
          <p:nvPr/>
        </p:nvSpPr>
        <p:spPr>
          <a:xfrm>
            <a:off x="7826828" y="228600"/>
            <a:ext cx="1709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SQL OUTPUT</a:t>
            </a:r>
            <a:endParaRPr lang="en-IN" b="1" u="sng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5F0E6A7-545B-662F-06E5-7636147CF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2" y="2610616"/>
            <a:ext cx="3340402" cy="100344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319642-B79A-B62A-95FE-56567D2A43A1}"/>
              </a:ext>
            </a:extLst>
          </p:cNvPr>
          <p:cNvSpPr txBox="1"/>
          <p:nvPr/>
        </p:nvSpPr>
        <p:spPr>
          <a:xfrm>
            <a:off x="332773" y="1839686"/>
            <a:ext cx="61056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COUNT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(*)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total_orders_2017</a:t>
            </a:r>
          </a:p>
          <a:p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orders$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order_purchase_timestamp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2017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1414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36B90-E8EC-543A-9631-683EF7283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4A8378B-C901-9A45-A13D-66963316A884}"/>
              </a:ext>
            </a:extLst>
          </p:cNvPr>
          <p:cNvSpPr txBox="1"/>
          <p:nvPr/>
        </p:nvSpPr>
        <p:spPr>
          <a:xfrm>
            <a:off x="2681056" y="1103040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Q2--Count the number of orders placed in 2017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C62B4F-6855-7F36-1B41-6CD861ADBD44}"/>
              </a:ext>
            </a:extLst>
          </p:cNvPr>
          <p:cNvSpPr txBox="1"/>
          <p:nvPr/>
        </p:nvSpPr>
        <p:spPr>
          <a:xfrm>
            <a:off x="4310743" y="228600"/>
            <a:ext cx="333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BASIC PROBLEMS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9EA4DF-3EB6-EC3D-22EB-A00819C2C8CC}"/>
              </a:ext>
            </a:extLst>
          </p:cNvPr>
          <p:cNvSpPr txBox="1"/>
          <p:nvPr/>
        </p:nvSpPr>
        <p:spPr>
          <a:xfrm>
            <a:off x="7489371" y="228600"/>
            <a:ext cx="2307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PYTHON OUTPUT</a:t>
            </a:r>
            <a:endParaRPr lang="en-IN" b="1" u="sng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BEFD52B-D662-AEC1-38D0-53D67D2F8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105" y="1880310"/>
            <a:ext cx="5009553" cy="317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309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E60AC32-D925-2256-44A9-C7C67B98F003}"/>
              </a:ext>
            </a:extLst>
          </p:cNvPr>
          <p:cNvSpPr txBox="1"/>
          <p:nvPr/>
        </p:nvSpPr>
        <p:spPr>
          <a:xfrm>
            <a:off x="4310743" y="228600"/>
            <a:ext cx="333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BASIC PROBLEMS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EF6900-A529-4C64-37F2-A976F27898AD}"/>
              </a:ext>
            </a:extLst>
          </p:cNvPr>
          <p:cNvSpPr txBox="1"/>
          <p:nvPr/>
        </p:nvSpPr>
        <p:spPr>
          <a:xfrm>
            <a:off x="7459437" y="228600"/>
            <a:ext cx="6101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SQL OUTPUT</a:t>
            </a:r>
            <a:endParaRPr lang="en-IN" b="1" u="sng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697748-D56E-CC01-EDE2-39130414DEA8}"/>
              </a:ext>
            </a:extLst>
          </p:cNvPr>
          <p:cNvSpPr txBox="1"/>
          <p:nvPr/>
        </p:nvSpPr>
        <p:spPr>
          <a:xfrm>
            <a:off x="375558" y="876553"/>
            <a:ext cx="678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Q3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--Find the total sales per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Categary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9AF263-4B20-A141-611B-F54AEF8CA490}"/>
              </a:ext>
            </a:extLst>
          </p:cNvPr>
          <p:cNvSpPr txBox="1"/>
          <p:nvPr/>
        </p:nvSpPr>
        <p:spPr>
          <a:xfrm>
            <a:off x="677637" y="1893838"/>
            <a:ext cx="6781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p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[product category]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category_name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oi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price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total_sales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order_items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$ oi</a:t>
            </a:r>
          </a:p>
          <a:p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IN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products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$ p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oi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product_id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product_id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p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[product category]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ORDER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total_sales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DESC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IN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C808217-44D7-5655-E32C-1DBDA58F4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29" y="1504851"/>
            <a:ext cx="3113314" cy="284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353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090AB-89F0-1325-CB66-2727D218C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751804B-868C-0294-8B58-ADCFA06603B1}"/>
              </a:ext>
            </a:extLst>
          </p:cNvPr>
          <p:cNvSpPr txBox="1"/>
          <p:nvPr/>
        </p:nvSpPr>
        <p:spPr>
          <a:xfrm>
            <a:off x="4310743" y="228600"/>
            <a:ext cx="333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BASIC PROBLEMS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30723B-C3CD-6562-7D85-700D40C2E573}"/>
              </a:ext>
            </a:extLst>
          </p:cNvPr>
          <p:cNvSpPr txBox="1"/>
          <p:nvPr/>
        </p:nvSpPr>
        <p:spPr>
          <a:xfrm>
            <a:off x="7459437" y="228600"/>
            <a:ext cx="6101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PYTHON OUTPUT</a:t>
            </a:r>
            <a:endParaRPr lang="en-IN" b="1" u="sng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15D9FB-5B03-0245-037C-F8C31AFFA1E3}"/>
              </a:ext>
            </a:extLst>
          </p:cNvPr>
          <p:cNvSpPr txBox="1"/>
          <p:nvPr/>
        </p:nvSpPr>
        <p:spPr>
          <a:xfrm>
            <a:off x="375558" y="876553"/>
            <a:ext cx="678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Q3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--Find the total sales per Category</a:t>
            </a: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1A45506-BF58-AAE3-CA78-9B8CDFEB2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980" y="1325421"/>
            <a:ext cx="3445856" cy="37364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651C57-CD45-C786-6180-53298F54F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52" y="1524505"/>
            <a:ext cx="4261785" cy="373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075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547A6-4343-CA46-A259-9F609AFD4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A1C849D-4DEF-DFDC-6B9F-1046085959D9}"/>
              </a:ext>
            </a:extLst>
          </p:cNvPr>
          <p:cNvSpPr txBox="1"/>
          <p:nvPr/>
        </p:nvSpPr>
        <p:spPr>
          <a:xfrm>
            <a:off x="4310743" y="228600"/>
            <a:ext cx="333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BASIC PROBLEMS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268E72-2179-24AF-8ED4-202077952ECB}"/>
              </a:ext>
            </a:extLst>
          </p:cNvPr>
          <p:cNvSpPr txBox="1"/>
          <p:nvPr/>
        </p:nvSpPr>
        <p:spPr>
          <a:xfrm>
            <a:off x="7459437" y="228600"/>
            <a:ext cx="6101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SQL OUTPUT</a:t>
            </a:r>
            <a:endParaRPr lang="en-IN" b="1" u="sng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2DB51A-03F2-596E-A85E-D33A35FF35DB}"/>
              </a:ext>
            </a:extLst>
          </p:cNvPr>
          <p:cNvSpPr txBox="1"/>
          <p:nvPr/>
        </p:nvSpPr>
        <p:spPr>
          <a:xfrm>
            <a:off x="375557" y="876553"/>
            <a:ext cx="8049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Q4 --Calculate the percentage of orders that were paid in Installments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93A28A-D6D7-4B81-978A-08F79E0FA581}"/>
              </a:ext>
            </a:extLst>
          </p:cNvPr>
          <p:cNvSpPr txBox="1"/>
          <p:nvPr/>
        </p:nvSpPr>
        <p:spPr>
          <a:xfrm>
            <a:off x="375557" y="1612650"/>
            <a:ext cx="612321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payment_installments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1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THEN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1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0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100.0 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/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FF00FF"/>
                </a:solidFill>
                <a:latin typeface="Consolas" panose="020B0609020204030204" pitchFamily="49" charset="0"/>
              </a:rPr>
              <a:t>COUNT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(*))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installment_percentage</a:t>
            </a:r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payments$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C8CC86-1B97-E6A3-A34E-A76B980CA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201" y="1905001"/>
            <a:ext cx="2509656" cy="126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582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DEC1C-D59A-C758-32F4-1928FB2E8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A8C9384-01CB-4513-9EB3-13F51A3EB589}"/>
              </a:ext>
            </a:extLst>
          </p:cNvPr>
          <p:cNvSpPr txBox="1"/>
          <p:nvPr/>
        </p:nvSpPr>
        <p:spPr>
          <a:xfrm>
            <a:off x="4310743" y="228600"/>
            <a:ext cx="333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BASIC PROBLEMS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2AD12F-3124-55E0-0E75-479E96E03C79}"/>
              </a:ext>
            </a:extLst>
          </p:cNvPr>
          <p:cNvSpPr txBox="1"/>
          <p:nvPr/>
        </p:nvSpPr>
        <p:spPr>
          <a:xfrm>
            <a:off x="7459437" y="228600"/>
            <a:ext cx="6101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PYTHON OUTPUT</a:t>
            </a:r>
            <a:endParaRPr lang="en-IN" b="1" u="sng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EFB2BD-7D57-1AC3-5810-06F146990068}"/>
              </a:ext>
            </a:extLst>
          </p:cNvPr>
          <p:cNvSpPr txBox="1"/>
          <p:nvPr/>
        </p:nvSpPr>
        <p:spPr>
          <a:xfrm>
            <a:off x="375557" y="876553"/>
            <a:ext cx="8049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Q4 --Calculate the percentage of orders that were paid in Installments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8BD83F-1046-363B-CEC9-3D3C1634E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46" y="1592862"/>
            <a:ext cx="5902178" cy="341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2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EF026-0A60-648E-4EFD-15DC49013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4103C47-2DA9-612B-437D-04948DB150F3}"/>
              </a:ext>
            </a:extLst>
          </p:cNvPr>
          <p:cNvSpPr txBox="1"/>
          <p:nvPr/>
        </p:nvSpPr>
        <p:spPr>
          <a:xfrm>
            <a:off x="4310743" y="228600"/>
            <a:ext cx="333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BASIC PROBLEMS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7702B4-809C-B23F-3D1E-703836C702BD}"/>
              </a:ext>
            </a:extLst>
          </p:cNvPr>
          <p:cNvSpPr txBox="1"/>
          <p:nvPr/>
        </p:nvSpPr>
        <p:spPr>
          <a:xfrm>
            <a:off x="7459437" y="228600"/>
            <a:ext cx="2020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SQL OUTPUT</a:t>
            </a:r>
            <a:endParaRPr lang="en-IN" b="1" u="sng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AB5A9E-5300-5024-9F5A-18565771F253}"/>
              </a:ext>
            </a:extLst>
          </p:cNvPr>
          <p:cNvSpPr txBox="1"/>
          <p:nvPr/>
        </p:nvSpPr>
        <p:spPr>
          <a:xfrm>
            <a:off x="375557" y="876553"/>
            <a:ext cx="8049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Q5. Count the number of customers from each state.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3FC2AD-A154-F13A-E3F8-5601D1275D24}"/>
              </a:ext>
            </a:extLst>
          </p:cNvPr>
          <p:cNvSpPr txBox="1"/>
          <p:nvPr/>
        </p:nvSpPr>
        <p:spPr>
          <a:xfrm>
            <a:off x="598990" y="1779226"/>
            <a:ext cx="610564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customer_state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COUNT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customer_id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total_customers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customers$</a:t>
            </a:r>
          </a:p>
          <a:p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customer_state</a:t>
            </a:r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ORDER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total_customers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DESC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1030BC-8E6B-7328-1657-1BB75ED88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479" y="1603053"/>
            <a:ext cx="3507130" cy="320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209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67970-E095-BC49-DD01-81EB75192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05DF65D-3D57-F339-53D4-FCD439DC312A}"/>
              </a:ext>
            </a:extLst>
          </p:cNvPr>
          <p:cNvSpPr txBox="1"/>
          <p:nvPr/>
        </p:nvSpPr>
        <p:spPr>
          <a:xfrm>
            <a:off x="4310743" y="228600"/>
            <a:ext cx="333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PROBLEMS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2FCF71-F7F1-64BD-6B50-E89FB220EB7E}"/>
              </a:ext>
            </a:extLst>
          </p:cNvPr>
          <p:cNvSpPr txBox="1"/>
          <p:nvPr/>
        </p:nvSpPr>
        <p:spPr>
          <a:xfrm>
            <a:off x="7459437" y="228600"/>
            <a:ext cx="2020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SQL OUTPUT</a:t>
            </a:r>
            <a:endParaRPr lang="en-IN" b="1" u="sng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E3D27F-4D27-1655-C0A0-342CCB5F63A5}"/>
              </a:ext>
            </a:extLst>
          </p:cNvPr>
          <p:cNvSpPr txBox="1"/>
          <p:nvPr/>
        </p:nvSpPr>
        <p:spPr>
          <a:xfrm>
            <a:off x="375557" y="876553"/>
            <a:ext cx="80499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Q5. Count the number of customers from each state.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9B3926-F31D-D100-855A-00596CA0C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37" y="1988691"/>
            <a:ext cx="4244904" cy="30115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67255D-B548-4DF6-3E94-3B92251EF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257" y="1988690"/>
            <a:ext cx="2889951" cy="301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844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D2A51-FE03-026E-7339-A3C2DF625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9B4755-8347-69AD-C101-FE9AE7251B65}"/>
              </a:ext>
            </a:extLst>
          </p:cNvPr>
          <p:cNvSpPr txBox="1"/>
          <p:nvPr/>
        </p:nvSpPr>
        <p:spPr>
          <a:xfrm>
            <a:off x="4310743" y="228600"/>
            <a:ext cx="333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INTERMEDIATE PROBLEMS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FBE92C-84BE-A423-7263-126E5E9FEE02}"/>
              </a:ext>
            </a:extLst>
          </p:cNvPr>
          <p:cNvSpPr txBox="1"/>
          <p:nvPr/>
        </p:nvSpPr>
        <p:spPr>
          <a:xfrm>
            <a:off x="7459437" y="228600"/>
            <a:ext cx="2020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SQL OUTPUT</a:t>
            </a:r>
            <a:endParaRPr lang="en-IN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8A9DD8-2CAF-2995-4A87-ED5916FD71E2}"/>
              </a:ext>
            </a:extLst>
          </p:cNvPr>
          <p:cNvSpPr txBox="1"/>
          <p:nvPr/>
        </p:nvSpPr>
        <p:spPr>
          <a:xfrm>
            <a:off x="668437" y="874814"/>
            <a:ext cx="6973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onsolas" panose="020B0609020204030204" pitchFamily="49" charset="0"/>
              </a:rPr>
              <a:t>Q1.Calculate the number of orders per month in 2018.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4E6417-10E9-576A-2DA4-552B82657825}"/>
              </a:ext>
            </a:extLst>
          </p:cNvPr>
          <p:cNvSpPr txBox="1"/>
          <p:nvPr/>
        </p:nvSpPr>
        <p:spPr>
          <a:xfrm>
            <a:off x="1102281" y="1609177"/>
            <a:ext cx="610564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order_purchase_timestamp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MONTH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order_purchase_timestamp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Month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COUNT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order_id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Total_Orders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orders$</a:t>
            </a:r>
          </a:p>
          <a:p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order_purchase_timestamp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&gt;=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'2018-01-01'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AND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order_purchase_timestamp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'2019-01-01'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order_purchase_timestamp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FF00FF"/>
                </a:solidFill>
                <a:latin typeface="Consolas" panose="020B0609020204030204" pitchFamily="49" charset="0"/>
              </a:rPr>
              <a:t>MONTH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order_purchase_timestamp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ORDER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FF00FF"/>
                </a:solidFill>
                <a:latin typeface="Consolas" panose="020B0609020204030204" pitchFamily="49" charset="0"/>
              </a:rPr>
              <a:t>Month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28FA18-93A8-D8AA-8FDC-0E1841FDD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836" y="1855514"/>
            <a:ext cx="2773429" cy="4000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290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84A60-561B-AAB8-C11A-6D6222030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950C029-8EBE-9C6D-1190-ECF9F7DC1D90}"/>
              </a:ext>
            </a:extLst>
          </p:cNvPr>
          <p:cNvSpPr txBox="1"/>
          <p:nvPr/>
        </p:nvSpPr>
        <p:spPr>
          <a:xfrm>
            <a:off x="4310743" y="228600"/>
            <a:ext cx="333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INTERMEDIATE PROBLEMS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FEA83B-7837-ADBB-E150-242C4CA6E74C}"/>
              </a:ext>
            </a:extLst>
          </p:cNvPr>
          <p:cNvSpPr txBox="1"/>
          <p:nvPr/>
        </p:nvSpPr>
        <p:spPr>
          <a:xfrm>
            <a:off x="7459437" y="228600"/>
            <a:ext cx="2020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PYTHON OUTPUT</a:t>
            </a:r>
            <a:endParaRPr lang="en-IN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4BB899-1128-A2FE-C393-74D22453E796}"/>
              </a:ext>
            </a:extLst>
          </p:cNvPr>
          <p:cNvSpPr txBox="1"/>
          <p:nvPr/>
        </p:nvSpPr>
        <p:spPr>
          <a:xfrm>
            <a:off x="668437" y="874814"/>
            <a:ext cx="6973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onsolas" panose="020B0609020204030204" pitchFamily="49" charset="0"/>
              </a:rPr>
              <a:t>Q1.Calculate the number of orders per month in 2018.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090F12-7771-4347-C2C1-E1986CA79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76" y="1693626"/>
            <a:ext cx="4339686" cy="41284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7AED51-2318-E5CD-4BBE-21DDF1011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257" y="1693626"/>
            <a:ext cx="2832077" cy="412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568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CD262-3C70-B8E0-0C84-802454110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55AF367-1E12-91AE-E9B5-2DCBFB67C5F3}"/>
              </a:ext>
            </a:extLst>
          </p:cNvPr>
          <p:cNvSpPr txBox="1"/>
          <p:nvPr/>
        </p:nvSpPr>
        <p:spPr>
          <a:xfrm>
            <a:off x="4310743" y="228600"/>
            <a:ext cx="333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INTERMEDIATE PROBLEMS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0CC656-6E99-2E4A-ED47-3BFCAE34B35D}"/>
              </a:ext>
            </a:extLst>
          </p:cNvPr>
          <p:cNvSpPr txBox="1"/>
          <p:nvPr/>
        </p:nvSpPr>
        <p:spPr>
          <a:xfrm>
            <a:off x="7459437" y="228600"/>
            <a:ext cx="2020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SQL OUTPUT</a:t>
            </a:r>
            <a:endParaRPr lang="en-IN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B562D4-F780-C5A6-4D84-5E634291C81A}"/>
              </a:ext>
            </a:extLst>
          </p:cNvPr>
          <p:cNvSpPr txBox="1"/>
          <p:nvPr/>
        </p:nvSpPr>
        <p:spPr>
          <a:xfrm>
            <a:off x="668437" y="874814"/>
            <a:ext cx="8301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Q2 Find the average number of products per order, grouped by customer city.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DC3D4B-8A6F-1B89-A41E-AB2CD6DEA9B9}"/>
              </a:ext>
            </a:extLst>
          </p:cNvPr>
          <p:cNvSpPr txBox="1"/>
          <p:nvPr/>
        </p:nvSpPr>
        <p:spPr>
          <a:xfrm>
            <a:off x="575839" y="1843950"/>
            <a:ext cx="450544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IN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customer_city</a:t>
            </a:r>
            <a:r>
              <a:rPr lang="en-IN" sz="1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000" dirty="0">
                <a:solidFill>
                  <a:srgbClr val="FF00FF"/>
                </a:solidFill>
                <a:latin typeface="Consolas" panose="020B0609020204030204" pitchFamily="49" charset="0"/>
              </a:rPr>
              <a:t>AVG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Product_Count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Avg_Products_Per_Order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IN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order_id</a:t>
            </a:r>
            <a:r>
              <a:rPr lang="en-IN" sz="1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IN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customer_id</a:t>
            </a:r>
            <a:r>
              <a:rPr lang="en-IN" sz="1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00" dirty="0">
                <a:solidFill>
                  <a:srgbClr val="FF00FF"/>
                </a:solidFill>
                <a:latin typeface="Consolas" panose="020B0609020204030204" pitchFamily="49" charset="0"/>
              </a:rPr>
              <a:t>COUNT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oi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product_id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Product_Count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orders$ o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0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order_items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$ oi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IN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order_id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oi</a:t>
            </a:r>
            <a:r>
              <a:rPr lang="en-IN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order_id</a:t>
            </a:r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IN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order_id</a:t>
            </a:r>
            <a:r>
              <a:rPr lang="en-IN" sz="1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IN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customer_id</a:t>
            </a:r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OrderProductCount</a:t>
            </a:r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customers$ c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OrderProductCount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customer_id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customer_id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customer_city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ORDER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Avg_Products_Per_Order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DESC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IN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937F9A-1146-296B-F20F-029D3D9D9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7733" y="1734545"/>
            <a:ext cx="3225966" cy="3279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311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6D75F-5B38-439B-6E3C-FC480E342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D879B4-B44C-D19A-5B97-387A07000B72}"/>
              </a:ext>
            </a:extLst>
          </p:cNvPr>
          <p:cNvSpPr txBox="1"/>
          <p:nvPr/>
        </p:nvSpPr>
        <p:spPr>
          <a:xfrm>
            <a:off x="4310743" y="228600"/>
            <a:ext cx="333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INTERMEDIATE PROBLEMS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CD9F59-0E16-755D-0F72-2C2B334946D3}"/>
              </a:ext>
            </a:extLst>
          </p:cNvPr>
          <p:cNvSpPr txBox="1"/>
          <p:nvPr/>
        </p:nvSpPr>
        <p:spPr>
          <a:xfrm>
            <a:off x="7459437" y="228600"/>
            <a:ext cx="2020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SQL OUTPUT</a:t>
            </a:r>
            <a:endParaRPr lang="en-IN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4EE55E-379A-8E9B-AF48-37DF4C0F2FEE}"/>
              </a:ext>
            </a:extLst>
          </p:cNvPr>
          <p:cNvSpPr txBox="1"/>
          <p:nvPr/>
        </p:nvSpPr>
        <p:spPr>
          <a:xfrm>
            <a:off x="668437" y="874814"/>
            <a:ext cx="8301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Q2 Find the average number of products per order, grouped by customer city.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329AF2-65BD-E537-6199-E1E0D647B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6257" y="2000559"/>
            <a:ext cx="3854648" cy="29534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A5A368-B469-3101-5A46-1509BB221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18" y="1671197"/>
            <a:ext cx="4700404" cy="477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790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D9E29-ABA2-3154-FC33-3F6C412B8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8336FBA-99A6-9550-9CA4-DB2B6C7E7B50}"/>
              </a:ext>
            </a:extLst>
          </p:cNvPr>
          <p:cNvSpPr txBox="1"/>
          <p:nvPr/>
        </p:nvSpPr>
        <p:spPr>
          <a:xfrm>
            <a:off x="4310743" y="228600"/>
            <a:ext cx="333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INTERMEDIATE PROBLEMS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AFCC9A-EE1D-E9F6-72DA-4AA306809188}"/>
              </a:ext>
            </a:extLst>
          </p:cNvPr>
          <p:cNvSpPr txBox="1"/>
          <p:nvPr/>
        </p:nvSpPr>
        <p:spPr>
          <a:xfrm>
            <a:off x="7459437" y="228600"/>
            <a:ext cx="2020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SQL OUTPUT</a:t>
            </a:r>
            <a:endParaRPr lang="en-IN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3F37A-1F10-3071-1BA7-2C8C253F9C98}"/>
              </a:ext>
            </a:extLst>
          </p:cNvPr>
          <p:cNvSpPr txBox="1"/>
          <p:nvPr/>
        </p:nvSpPr>
        <p:spPr>
          <a:xfrm>
            <a:off x="668437" y="874814"/>
            <a:ext cx="92047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Q3. Calculate the percentage of total revenue contributed by each product category.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9795EB-CD19-16DD-187E-31F48E436828}"/>
              </a:ext>
            </a:extLst>
          </p:cNvPr>
          <p:cNvSpPr txBox="1"/>
          <p:nvPr/>
        </p:nvSpPr>
        <p:spPr>
          <a:xfrm>
            <a:off x="807334" y="1521145"/>
            <a:ext cx="610564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p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[product category]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oi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price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Category_Revenue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oi</a:t>
            </a:r>
            <a:r>
              <a:rPr lang="en-IN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price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100.0 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/</a:t>
            </a:r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price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order_items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$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Revenue_Percentage</a:t>
            </a:r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order_items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$ oi</a:t>
            </a:r>
          </a:p>
          <a:p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products$ p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oi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product_id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product_id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p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[product category]</a:t>
            </a:r>
          </a:p>
          <a:p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ORDER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Revenue_Percentage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DESC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B58EDA-42F3-C32C-4215-ECCF77A80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35981"/>
            <a:ext cx="3549832" cy="454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583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BFEC9-C470-B0DD-9117-B9C74C96B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83751A2-3DCB-49D7-BC12-D989706DCBF4}"/>
              </a:ext>
            </a:extLst>
          </p:cNvPr>
          <p:cNvSpPr txBox="1"/>
          <p:nvPr/>
        </p:nvSpPr>
        <p:spPr>
          <a:xfrm>
            <a:off x="4310743" y="228600"/>
            <a:ext cx="333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INTERMEDIATE PROBLEMS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271410-7A6B-7E5C-2537-245ACB758266}"/>
              </a:ext>
            </a:extLst>
          </p:cNvPr>
          <p:cNvSpPr txBox="1"/>
          <p:nvPr/>
        </p:nvSpPr>
        <p:spPr>
          <a:xfrm>
            <a:off x="7459437" y="228600"/>
            <a:ext cx="2020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PYTHON OUTPUT</a:t>
            </a:r>
            <a:endParaRPr lang="en-IN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8D148D-5705-5E70-B083-7149519EBE07}"/>
              </a:ext>
            </a:extLst>
          </p:cNvPr>
          <p:cNvSpPr txBox="1"/>
          <p:nvPr/>
        </p:nvSpPr>
        <p:spPr>
          <a:xfrm>
            <a:off x="668437" y="874814"/>
            <a:ext cx="92047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Q3. Calculate the percentage of total revenue contributed by each product category.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950EE3-5E1E-33A7-395A-85FF8424A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9740" y="1691309"/>
            <a:ext cx="3759393" cy="3852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C32070-BEEB-F098-A3EF-5BBDBAAD3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84" y="1691309"/>
            <a:ext cx="4510737" cy="426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59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9748E-034F-7D8F-F445-F5BA6898B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6D75E32-2CA0-F36E-5D2B-AF35157E5DEE}"/>
              </a:ext>
            </a:extLst>
          </p:cNvPr>
          <p:cNvSpPr txBox="1"/>
          <p:nvPr/>
        </p:nvSpPr>
        <p:spPr>
          <a:xfrm>
            <a:off x="4310743" y="228600"/>
            <a:ext cx="333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INTERMEDIATE PROBLEMS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423E35-96BB-6CBF-1B91-04F49307C691}"/>
              </a:ext>
            </a:extLst>
          </p:cNvPr>
          <p:cNvSpPr txBox="1"/>
          <p:nvPr/>
        </p:nvSpPr>
        <p:spPr>
          <a:xfrm>
            <a:off x="7459437" y="228600"/>
            <a:ext cx="2020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PYTHON OUTPUT</a:t>
            </a:r>
            <a:endParaRPr lang="en-IN" b="1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2793D8-FFD2-8152-6BF4-EC70986C091B}"/>
              </a:ext>
            </a:extLst>
          </p:cNvPr>
          <p:cNvSpPr txBox="1"/>
          <p:nvPr/>
        </p:nvSpPr>
        <p:spPr>
          <a:xfrm>
            <a:off x="101278" y="817337"/>
            <a:ext cx="113460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onsolas" panose="020B0609020204030204" pitchFamily="49" charset="0"/>
              </a:rPr>
              <a:t>Q4. Identify the correlation between product price and the number of times a product has been purchased.</a:t>
            </a:r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DBF04C-86FB-6C87-28DB-5C4682594560}"/>
              </a:ext>
            </a:extLst>
          </p:cNvPr>
          <p:cNvSpPr txBox="1"/>
          <p:nvPr/>
        </p:nvSpPr>
        <p:spPr>
          <a:xfrm>
            <a:off x="379071" y="1740667"/>
            <a:ext cx="610564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price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COUNT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product_id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Times_Purchased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order_items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$</a:t>
            </a:r>
          </a:p>
          <a:p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price</a:t>
            </a:r>
          </a:p>
          <a:p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ORDER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price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85F9206-6110-2651-B6C8-FE783CBE2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940" y="1485799"/>
            <a:ext cx="2418726" cy="341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29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C66C2-C656-B130-E536-D547FF08C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301DB4-17BE-A105-C8D7-96CEAA39DFE1}"/>
              </a:ext>
            </a:extLst>
          </p:cNvPr>
          <p:cNvSpPr txBox="1"/>
          <p:nvPr/>
        </p:nvSpPr>
        <p:spPr>
          <a:xfrm>
            <a:off x="4310743" y="228600"/>
            <a:ext cx="333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INTERMEDIATE PROBLEMS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2BDFD1-A681-5AC2-79EC-01D947355B56}"/>
              </a:ext>
            </a:extLst>
          </p:cNvPr>
          <p:cNvSpPr txBox="1"/>
          <p:nvPr/>
        </p:nvSpPr>
        <p:spPr>
          <a:xfrm>
            <a:off x="7459437" y="228600"/>
            <a:ext cx="2020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PYTHON OUTPUT</a:t>
            </a:r>
            <a:endParaRPr lang="en-IN" b="1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CBA07D-F65B-BF2E-54C7-559FAB8FC223}"/>
              </a:ext>
            </a:extLst>
          </p:cNvPr>
          <p:cNvSpPr txBox="1"/>
          <p:nvPr/>
        </p:nvSpPr>
        <p:spPr>
          <a:xfrm>
            <a:off x="101278" y="817337"/>
            <a:ext cx="113460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onsolas" panose="020B0609020204030204" pitchFamily="49" charset="0"/>
              </a:rPr>
              <a:t>Q4. Identify the correlation between product price and the number of times a product has been purchased.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DF1D55-A49D-B091-B882-7A8840798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86" y="2138442"/>
            <a:ext cx="4109013" cy="35794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67394B6-B5C2-B92E-1069-ECCFB69A4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1335" y="1740667"/>
            <a:ext cx="2728331" cy="337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480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7FE06-5400-D6CA-DDE7-E96158501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2C5F56D-7DB4-1D5D-7235-E400A419C9E3}"/>
              </a:ext>
            </a:extLst>
          </p:cNvPr>
          <p:cNvSpPr txBox="1"/>
          <p:nvPr/>
        </p:nvSpPr>
        <p:spPr>
          <a:xfrm>
            <a:off x="4310743" y="228600"/>
            <a:ext cx="333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INTERMEDIATE PROBLEMS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92BF31-023B-F196-3787-AC9AC2715EFB}"/>
              </a:ext>
            </a:extLst>
          </p:cNvPr>
          <p:cNvSpPr txBox="1"/>
          <p:nvPr/>
        </p:nvSpPr>
        <p:spPr>
          <a:xfrm>
            <a:off x="7459437" y="228600"/>
            <a:ext cx="2020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SQL OUTPUT</a:t>
            </a:r>
            <a:endParaRPr lang="en-IN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E63557-FF76-2CFF-9B6D-806C7CA9828F}"/>
              </a:ext>
            </a:extLst>
          </p:cNvPr>
          <p:cNvSpPr txBox="1"/>
          <p:nvPr/>
        </p:nvSpPr>
        <p:spPr>
          <a:xfrm>
            <a:off x="147577" y="828515"/>
            <a:ext cx="112534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</a:rPr>
              <a:t>Q5. Calculate the total revenue generated by each seller, and rank them by revenue</a:t>
            </a:r>
            <a:endParaRPr lang="en-IN" sz="16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3A0A4F-5614-AB6D-C845-7DC2D984C4F9}"/>
              </a:ext>
            </a:extLst>
          </p:cNvPr>
          <p:cNvSpPr txBox="1"/>
          <p:nvPr/>
        </p:nvSpPr>
        <p:spPr>
          <a:xfrm>
            <a:off x="367497" y="1679417"/>
            <a:ext cx="491055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IN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seller_id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oi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price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Total_Revenue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FF00FF"/>
                </a:solidFill>
                <a:latin typeface="Consolas" panose="020B0609020204030204" pitchFamily="49" charset="0"/>
              </a:rPr>
              <a:t>RANK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OVER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ORDER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oi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price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DESC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Seller_Rank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order_items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$ oi</a:t>
            </a:r>
          </a:p>
          <a:p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sellers$ s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oi</a:t>
            </a:r>
            <a:r>
              <a:rPr lang="en-IN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seller_id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IN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seller_id</a:t>
            </a:r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seller_id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ORDER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Seller_Rank</a:t>
            </a:r>
            <a:r>
              <a:rPr lang="en-IN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35CFB85-2782-F5CA-F51B-87BAA4641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056" y="1679417"/>
            <a:ext cx="4294207" cy="435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998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1A88C-98FA-6F1E-6BBF-A98F26CF5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C678CD3-D2F4-16C7-5A3A-6E95A2686EBB}"/>
              </a:ext>
            </a:extLst>
          </p:cNvPr>
          <p:cNvSpPr txBox="1"/>
          <p:nvPr/>
        </p:nvSpPr>
        <p:spPr>
          <a:xfrm>
            <a:off x="4310743" y="228600"/>
            <a:ext cx="333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INTERMEDIATE PROBLEMS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7CE311-1E9F-3679-D44F-69057B9D929F}"/>
              </a:ext>
            </a:extLst>
          </p:cNvPr>
          <p:cNvSpPr txBox="1"/>
          <p:nvPr/>
        </p:nvSpPr>
        <p:spPr>
          <a:xfrm>
            <a:off x="7459437" y="228600"/>
            <a:ext cx="2020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PYTHON OUTPUT</a:t>
            </a:r>
            <a:endParaRPr lang="en-IN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034DB2-9614-29F2-E108-E1111881A0ED}"/>
              </a:ext>
            </a:extLst>
          </p:cNvPr>
          <p:cNvSpPr txBox="1"/>
          <p:nvPr/>
        </p:nvSpPr>
        <p:spPr>
          <a:xfrm>
            <a:off x="147577" y="828515"/>
            <a:ext cx="112534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</a:rPr>
              <a:t>Q5. Calculate the total revenue generated by each seller, and rank them by revenue</a:t>
            </a:r>
            <a:endParaRPr lang="en-IN" sz="16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71295E-94E2-C71A-B374-9C276DBA0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70" y="1585761"/>
            <a:ext cx="4406543" cy="41552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5B1AFB-A289-2639-D8FF-FF71816E1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408" y="1585761"/>
            <a:ext cx="4488579" cy="4155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7154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3AA95-B4C4-C5EB-ADE0-4977F1EE3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EA1E0F-89FC-DD0A-780B-B453AEC4C0FD}"/>
              </a:ext>
            </a:extLst>
          </p:cNvPr>
          <p:cNvSpPr txBox="1"/>
          <p:nvPr/>
        </p:nvSpPr>
        <p:spPr>
          <a:xfrm>
            <a:off x="4310743" y="228600"/>
            <a:ext cx="333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ADVANCED PROBLEMS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6B1EC5-95D2-EAE4-DF79-81F511953E2D}"/>
              </a:ext>
            </a:extLst>
          </p:cNvPr>
          <p:cNvSpPr txBox="1"/>
          <p:nvPr/>
        </p:nvSpPr>
        <p:spPr>
          <a:xfrm>
            <a:off x="7459437" y="228600"/>
            <a:ext cx="2020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SQL OUTPUT</a:t>
            </a:r>
            <a:endParaRPr lang="en-IN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4E848D-C270-D30A-5061-C49C00B46BAC}"/>
              </a:ext>
            </a:extLst>
          </p:cNvPr>
          <p:cNvSpPr txBox="1"/>
          <p:nvPr/>
        </p:nvSpPr>
        <p:spPr>
          <a:xfrm>
            <a:off x="205449" y="874814"/>
            <a:ext cx="100497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</a:rPr>
              <a:t>Q1</a:t>
            </a:r>
            <a:r>
              <a:rPr lang="en-US" sz="1800" dirty="0">
                <a:latin typeface="Consolas" panose="020B0609020204030204" pitchFamily="49" charset="0"/>
              </a:rPr>
              <a:t>.Calculate the moving average of order values for each customer over their order history</a:t>
            </a:r>
            <a:r>
              <a:rPr lang="en-US" dirty="0">
                <a:latin typeface="Consolas" panose="020B0609020204030204" pitchFamily="49" charset="0"/>
              </a:rPr>
              <a:t>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3EAD8C-191C-CF1D-5BAA-4DFB099BE46B}"/>
              </a:ext>
            </a:extLst>
          </p:cNvPr>
          <p:cNvSpPr txBox="1"/>
          <p:nvPr/>
        </p:nvSpPr>
        <p:spPr>
          <a:xfrm>
            <a:off x="425371" y="1521145"/>
            <a:ext cx="437812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IN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customer_id</a:t>
            </a:r>
            <a:r>
              <a:rPr lang="en-IN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IN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order_purchase_timestamp</a:t>
            </a:r>
            <a:r>
              <a:rPr lang="en-IN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payment_value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Order_Value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AVG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payment_value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OVER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IN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PARTITION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customer_id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ORDER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order_purchase_timestamp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Moving_Average</a:t>
            </a: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IN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orders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$ o</a:t>
            </a:r>
          </a:p>
          <a:p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IN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payments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$ p</a:t>
            </a:r>
          </a:p>
          <a:p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IN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order_id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IN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order_id</a:t>
            </a: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IN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customer_id</a:t>
            </a:r>
            <a:r>
              <a:rPr lang="en-IN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IN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order_purchase_timestamp</a:t>
            </a: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ORDER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IN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customer_id</a:t>
            </a:r>
            <a:r>
              <a:rPr lang="en-IN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IN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order_purchase_timestamp</a:t>
            </a:r>
            <a:r>
              <a:rPr lang="en-IN" sz="14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IN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DA4DC9-8A8A-D111-C825-BB907F9FC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091" y="1521145"/>
            <a:ext cx="4566366" cy="4138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7679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EFFBC-AAD1-C63C-635D-66E77E8C1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55DFDA9-52A9-7AD7-DF86-9C0102C152E6}"/>
              </a:ext>
            </a:extLst>
          </p:cNvPr>
          <p:cNvSpPr txBox="1"/>
          <p:nvPr/>
        </p:nvSpPr>
        <p:spPr>
          <a:xfrm>
            <a:off x="4310743" y="228600"/>
            <a:ext cx="333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ADVANCED PROBLEMS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9053CA-BEC1-19BC-EE82-F3E0C439DC8F}"/>
              </a:ext>
            </a:extLst>
          </p:cNvPr>
          <p:cNvSpPr txBox="1"/>
          <p:nvPr/>
        </p:nvSpPr>
        <p:spPr>
          <a:xfrm>
            <a:off x="7459437" y="228600"/>
            <a:ext cx="2020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SQL OUTPUT</a:t>
            </a:r>
            <a:endParaRPr lang="en-IN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7091F0-4BE5-57D8-CA7A-905401E9AA6A}"/>
              </a:ext>
            </a:extLst>
          </p:cNvPr>
          <p:cNvSpPr txBox="1"/>
          <p:nvPr/>
        </p:nvSpPr>
        <p:spPr>
          <a:xfrm>
            <a:off x="205449" y="874814"/>
            <a:ext cx="100497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</a:rPr>
              <a:t>Q1</a:t>
            </a:r>
            <a:r>
              <a:rPr lang="en-US" sz="1800" dirty="0">
                <a:latin typeface="Consolas" panose="020B0609020204030204" pitchFamily="49" charset="0"/>
              </a:rPr>
              <a:t>.Calculate the moving average of order values for each customer over their order history</a:t>
            </a:r>
            <a:r>
              <a:rPr lang="en-US" dirty="0">
                <a:latin typeface="Consolas" panose="020B0609020204030204" pitchFamily="49" charset="0"/>
              </a:rPr>
              <a:t>.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7696FB-6AE8-C479-D0B8-A7EC4830C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857" y="1521145"/>
            <a:ext cx="5035809" cy="41770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D9B6A1-E63F-57A5-C23C-677026086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85" y="1673583"/>
            <a:ext cx="3661158" cy="480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348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8F0D4-DCF2-A22F-8CE2-C61E119EB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439B85-AA4F-E39F-A095-4363EAC2CB38}"/>
              </a:ext>
            </a:extLst>
          </p:cNvPr>
          <p:cNvSpPr txBox="1"/>
          <p:nvPr/>
        </p:nvSpPr>
        <p:spPr>
          <a:xfrm>
            <a:off x="4310743" y="228600"/>
            <a:ext cx="333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ADVANCED PROBLEMS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226439-6F48-7A87-47DB-4D2161A0A7DD}"/>
              </a:ext>
            </a:extLst>
          </p:cNvPr>
          <p:cNvSpPr txBox="1"/>
          <p:nvPr/>
        </p:nvSpPr>
        <p:spPr>
          <a:xfrm>
            <a:off x="7459437" y="228600"/>
            <a:ext cx="2020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SQL OUTPUT</a:t>
            </a:r>
            <a:endParaRPr lang="en-IN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0FF017-D713-0CA9-124F-1E1C6CA61F34}"/>
              </a:ext>
            </a:extLst>
          </p:cNvPr>
          <p:cNvSpPr txBox="1"/>
          <p:nvPr/>
        </p:nvSpPr>
        <p:spPr>
          <a:xfrm>
            <a:off x="205449" y="874814"/>
            <a:ext cx="10049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Q2.Calculate the cumulative sales per month for each year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CA27DC-CFA5-A36C-985C-5C6C0F030C04}"/>
              </a:ext>
            </a:extLst>
          </p:cNvPr>
          <p:cNvSpPr txBox="1"/>
          <p:nvPr/>
        </p:nvSpPr>
        <p:spPr>
          <a:xfrm>
            <a:off x="372836" y="1521028"/>
            <a:ext cx="610144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order_purchase_timestamp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MONTH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order_purchase_timestamp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Month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400" dirty="0">
                <a:solidFill>
                  <a:srgbClr val="008000"/>
                </a:solidFill>
                <a:latin typeface="Consolas" panose="020B0609020204030204" pitchFamily="49" charset="0"/>
              </a:rPr>
              <a:t>-- Monthly sales</a:t>
            </a: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payment_value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Monthly_Sales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400" dirty="0">
                <a:solidFill>
                  <a:srgbClr val="008000"/>
                </a:solidFill>
                <a:latin typeface="Consolas" panose="020B0609020204030204" pitchFamily="49" charset="0"/>
              </a:rPr>
              <a:t>-- Cumulative sales</a:t>
            </a: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payment_value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OVER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IN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PARTITION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order_purchase_timestamp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ORDER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MONTH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order_purchase_timestamp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Cumulative_Sales</a:t>
            </a: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IN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orders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$ o</a:t>
            </a:r>
          </a:p>
          <a:p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IN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payments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$ p</a:t>
            </a:r>
          </a:p>
          <a:p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IN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order_id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IN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order_id</a:t>
            </a: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order_purchase_timestamp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MONTH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order_purchase_timestamp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ORDER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IN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FF00FF"/>
                </a:solidFill>
                <a:latin typeface="Consolas" panose="020B0609020204030204" pitchFamily="49" charset="0"/>
              </a:rPr>
              <a:t>Month</a:t>
            </a:r>
            <a:r>
              <a:rPr lang="en-IN" sz="14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B4C8A1-68D4-292D-1F37-FEB42EF86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194" y="1751115"/>
            <a:ext cx="3410125" cy="3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5054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8B57A-6D19-9BB5-5206-042438FCA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3E9A1EE-80A5-45AB-5951-9B03194D1B0C}"/>
              </a:ext>
            </a:extLst>
          </p:cNvPr>
          <p:cNvSpPr txBox="1"/>
          <p:nvPr/>
        </p:nvSpPr>
        <p:spPr>
          <a:xfrm>
            <a:off x="4310743" y="228600"/>
            <a:ext cx="333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ADVANCED PROBLEMS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E2AB52-B695-BBEE-F596-6F998E893CA1}"/>
              </a:ext>
            </a:extLst>
          </p:cNvPr>
          <p:cNvSpPr txBox="1"/>
          <p:nvPr/>
        </p:nvSpPr>
        <p:spPr>
          <a:xfrm>
            <a:off x="7459437" y="228600"/>
            <a:ext cx="2020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PYTHON OUTPUT</a:t>
            </a:r>
            <a:endParaRPr lang="en-IN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BFC550-A4D6-2EE2-DB81-48AA39687EB9}"/>
              </a:ext>
            </a:extLst>
          </p:cNvPr>
          <p:cNvSpPr txBox="1"/>
          <p:nvPr/>
        </p:nvSpPr>
        <p:spPr>
          <a:xfrm>
            <a:off x="205449" y="874814"/>
            <a:ext cx="10049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Q2.Calculate the cumulative sales per month for each year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B2D0AE-ED20-5681-7DFA-30FA4754A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223" y="1342984"/>
            <a:ext cx="2781443" cy="33378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63F512-33D2-E86E-28FA-0566FF2CD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879" y="1521028"/>
            <a:ext cx="4207864" cy="472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019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41496-CCC6-62E0-0F6E-19372E0E1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6E36114-FB26-613F-EE48-805CB3B912D0}"/>
              </a:ext>
            </a:extLst>
          </p:cNvPr>
          <p:cNvSpPr txBox="1"/>
          <p:nvPr/>
        </p:nvSpPr>
        <p:spPr>
          <a:xfrm>
            <a:off x="4310743" y="228600"/>
            <a:ext cx="333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ADVANCED PROBLEMS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0DD046-9AC5-D0F2-0D89-287423F70FD1}"/>
              </a:ext>
            </a:extLst>
          </p:cNvPr>
          <p:cNvSpPr txBox="1"/>
          <p:nvPr/>
        </p:nvSpPr>
        <p:spPr>
          <a:xfrm>
            <a:off x="7459437" y="228600"/>
            <a:ext cx="2020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SQL OUTPUT</a:t>
            </a:r>
            <a:endParaRPr lang="en-IN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1F4A2B-85D4-0093-2D7A-EFAA42A0EF07}"/>
              </a:ext>
            </a:extLst>
          </p:cNvPr>
          <p:cNvSpPr txBox="1"/>
          <p:nvPr/>
        </p:nvSpPr>
        <p:spPr>
          <a:xfrm>
            <a:off x="205449" y="874814"/>
            <a:ext cx="10049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Q3.Calculate the year-over-year growth rate of total sales.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5EA438-128D-348A-EA65-5F0B30B66873}"/>
              </a:ext>
            </a:extLst>
          </p:cNvPr>
          <p:cNvSpPr txBox="1"/>
          <p:nvPr/>
        </p:nvSpPr>
        <p:spPr>
          <a:xfrm>
            <a:off x="416379" y="1521028"/>
            <a:ext cx="4318907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0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order_purchase_timestamp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0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payment_value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Total_Sales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000" dirty="0">
                <a:solidFill>
                  <a:srgbClr val="FF00FF"/>
                </a:solidFill>
                <a:latin typeface="Consolas" panose="020B0609020204030204" pitchFamily="49" charset="0"/>
              </a:rPr>
              <a:t>LAG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payment_value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OVER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IN" sz="1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ORDER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order_purchase_timestamp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Previous_Year_Sales</a:t>
            </a:r>
            <a:r>
              <a:rPr lang="en-IN" sz="1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IN" sz="1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0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IN" sz="1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IN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payment_value</a:t>
            </a:r>
            <a:r>
              <a:rPr lang="en-IN" sz="1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FF00FF"/>
                </a:solidFill>
                <a:latin typeface="Consolas" panose="020B0609020204030204" pitchFamily="49" charset="0"/>
              </a:rPr>
              <a:t>LAG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payment_value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OVER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       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ORDER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order_purchase_timestamp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100.0</a:t>
            </a:r>
          </a:p>
          <a:p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000" dirty="0">
                <a:solidFill>
                  <a:srgbClr val="808080"/>
                </a:solidFill>
                <a:latin typeface="Consolas" panose="020B0609020204030204" pitchFamily="49" charset="0"/>
              </a:rPr>
              <a:t>/</a:t>
            </a:r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000" dirty="0">
                <a:solidFill>
                  <a:srgbClr val="FF00FF"/>
                </a:solidFill>
                <a:latin typeface="Consolas" panose="020B0609020204030204" pitchFamily="49" charset="0"/>
              </a:rPr>
              <a:t>LAG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payment_value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OVER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ORDER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order_purchase_timestamp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YoY_Growth_Percentage</a:t>
            </a:r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IN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orders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$ o</a:t>
            </a:r>
          </a:p>
          <a:p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IN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payments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$ p</a:t>
            </a:r>
          </a:p>
          <a:p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IN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order_id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IN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order_id</a:t>
            </a:r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order_purchase_timestamp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ORDER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IN" sz="10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CC73D8-C844-574C-D528-D8E60EC84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287" y="2231552"/>
            <a:ext cx="5029200" cy="158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5949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645F4-80C7-4430-53CA-4C807421E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D71C539-3BBC-3251-DC7B-5F672A8B7B0F}"/>
              </a:ext>
            </a:extLst>
          </p:cNvPr>
          <p:cNvSpPr txBox="1"/>
          <p:nvPr/>
        </p:nvSpPr>
        <p:spPr>
          <a:xfrm>
            <a:off x="4310743" y="228600"/>
            <a:ext cx="333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ADVANCED PROBLEMS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E4D673-E8FF-BEB9-F67B-2ACD748DEBE2}"/>
              </a:ext>
            </a:extLst>
          </p:cNvPr>
          <p:cNvSpPr txBox="1"/>
          <p:nvPr/>
        </p:nvSpPr>
        <p:spPr>
          <a:xfrm>
            <a:off x="7459437" y="228600"/>
            <a:ext cx="2020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SQL OUTPUT</a:t>
            </a:r>
            <a:endParaRPr lang="en-IN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DBD14C-D63B-937D-0C6C-7CBB8FE4E485}"/>
              </a:ext>
            </a:extLst>
          </p:cNvPr>
          <p:cNvSpPr txBox="1"/>
          <p:nvPr/>
        </p:nvSpPr>
        <p:spPr>
          <a:xfrm>
            <a:off x="205449" y="874814"/>
            <a:ext cx="10049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Q3.Calculate the year-over-year growth rate of total sales.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B66B6C-BA23-2BEC-B108-C82CC7756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38" y="1436915"/>
            <a:ext cx="3915291" cy="51195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622F7F8-8D16-70E4-D8CB-F7F0C8687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714" y="2349487"/>
            <a:ext cx="5061857" cy="107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6729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F4AF9-2D00-6D82-396B-B2F09527F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2002657-CED8-AF24-B12B-F9166EB32700}"/>
              </a:ext>
            </a:extLst>
          </p:cNvPr>
          <p:cNvSpPr txBox="1"/>
          <p:nvPr/>
        </p:nvSpPr>
        <p:spPr>
          <a:xfrm>
            <a:off x="4310743" y="228600"/>
            <a:ext cx="333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ADVANCED PROBLEMS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2C86D5-14E9-36D7-6FCE-9F884786D4DC}"/>
              </a:ext>
            </a:extLst>
          </p:cNvPr>
          <p:cNvSpPr txBox="1"/>
          <p:nvPr/>
        </p:nvSpPr>
        <p:spPr>
          <a:xfrm>
            <a:off x="7459437" y="228600"/>
            <a:ext cx="2020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SQL OUTPUT</a:t>
            </a:r>
            <a:endParaRPr lang="en-IN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D15BBF-59D9-D599-FAFC-E96B97AC2A2C}"/>
              </a:ext>
            </a:extLst>
          </p:cNvPr>
          <p:cNvSpPr txBox="1"/>
          <p:nvPr/>
        </p:nvSpPr>
        <p:spPr>
          <a:xfrm>
            <a:off x="270763" y="722414"/>
            <a:ext cx="1004972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Q4-Calculate the retention rate of customers, defined as the percentage of customers </a:t>
            </a:r>
          </a:p>
          <a:p>
            <a:r>
              <a:rPr lang="en-US" sz="1500" dirty="0"/>
              <a:t>who make another purchase within 6 months of their first purchase.</a:t>
            </a:r>
            <a:endParaRPr lang="en-IN" sz="15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8E05A3-DA6F-592A-8FB1-8BC8160A34A2}"/>
              </a:ext>
            </a:extLst>
          </p:cNvPr>
          <p:cNvSpPr txBox="1"/>
          <p:nvPr/>
        </p:nvSpPr>
        <p:spPr>
          <a:xfrm>
            <a:off x="270763" y="1510558"/>
            <a:ext cx="6101442" cy="5216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WITH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FirstPurchase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customer_id</a:t>
            </a:r>
            <a:r>
              <a:rPr lang="en-IN" sz="9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FF00FF"/>
                </a:solidFill>
                <a:latin typeface="Consolas" panose="020B0609020204030204" pitchFamily="49" charset="0"/>
              </a:rPr>
              <a:t>MIN</a:t>
            </a:r>
            <a:r>
              <a:rPr lang="en-US" sz="9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order_purchase_timestamp</a:t>
            </a:r>
            <a:r>
              <a:rPr lang="en-US" sz="9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first_purchase_date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IN" sz="9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orders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$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customer_id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NextPurchase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fp</a:t>
            </a:r>
            <a:r>
              <a:rPr lang="en-IN" sz="9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customer_id</a:t>
            </a:r>
            <a:r>
              <a:rPr lang="en-IN" sz="9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fp</a:t>
            </a:r>
            <a:r>
              <a:rPr lang="en-IN" sz="9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first_purchase_date</a:t>
            </a:r>
            <a:r>
              <a:rPr lang="en-IN" sz="9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FF00FF"/>
                </a:solidFill>
                <a:latin typeface="Consolas" panose="020B0609020204030204" pitchFamily="49" charset="0"/>
              </a:rPr>
              <a:t>MIN</a:t>
            </a:r>
            <a:r>
              <a:rPr lang="en-US" sz="9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US" sz="9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order_purchase_timestamp</a:t>
            </a:r>
            <a:r>
              <a:rPr lang="en-US" sz="9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next_purchase_date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FirstPurchase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fp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9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IN" sz="9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orders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$ o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fp</a:t>
            </a:r>
            <a:r>
              <a:rPr lang="en-US" sz="9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customer_id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US" sz="9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customer_id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808080"/>
                </a:solidFill>
                <a:latin typeface="Consolas" panose="020B0609020204030204" pitchFamily="49" charset="0"/>
              </a:rPr>
              <a:t>AND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US" sz="9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order_purchase_timestamp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fp</a:t>
            </a:r>
            <a:r>
              <a:rPr lang="en-US" sz="9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first_purchase_date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fp</a:t>
            </a:r>
            <a:r>
              <a:rPr lang="en-IN" sz="9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customer_id</a:t>
            </a:r>
            <a:r>
              <a:rPr lang="en-IN" sz="9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fp</a:t>
            </a:r>
            <a:r>
              <a:rPr lang="en-IN" sz="9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first_purchase_date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FF00FF"/>
                </a:solidFill>
                <a:latin typeface="Consolas" panose="020B0609020204030204" pitchFamily="49" charset="0"/>
              </a:rPr>
              <a:t>COUNT</a:t>
            </a:r>
            <a:r>
              <a:rPr lang="en-IN" sz="9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customer_id</a:t>
            </a:r>
            <a:r>
              <a:rPr lang="en-IN" sz="9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100.0 </a:t>
            </a:r>
            <a:r>
              <a:rPr lang="en-IN" sz="900" dirty="0">
                <a:solidFill>
                  <a:srgbClr val="808080"/>
                </a:solidFill>
                <a:latin typeface="Consolas" panose="020B0609020204030204" pitchFamily="49" charset="0"/>
              </a:rPr>
              <a:t>/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FF00FF"/>
                </a:solidFill>
                <a:latin typeface="Consolas" panose="020B0609020204030204" pitchFamily="49" charset="0"/>
              </a:rPr>
              <a:t>COUNT</a:t>
            </a:r>
            <a:r>
              <a:rPr lang="en-IN" sz="900" dirty="0">
                <a:solidFill>
                  <a:srgbClr val="808080"/>
                </a:solidFill>
                <a:latin typeface="Consolas" panose="020B0609020204030204" pitchFamily="49" charset="0"/>
              </a:rPr>
              <a:t>(*)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FirstPurchase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Retention_Rate_Percentage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NextPurchase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FF00FF"/>
                </a:solidFill>
                <a:latin typeface="Consolas" panose="020B0609020204030204" pitchFamily="49" charset="0"/>
              </a:rPr>
              <a:t>DATEDIFF</a:t>
            </a:r>
            <a:r>
              <a:rPr lang="en-US" sz="9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900" dirty="0">
                <a:solidFill>
                  <a:srgbClr val="FF00FF"/>
                </a:solidFill>
                <a:latin typeface="Consolas" panose="020B0609020204030204" pitchFamily="49" charset="0"/>
              </a:rPr>
              <a:t>MONTH</a:t>
            </a:r>
            <a:r>
              <a:rPr lang="en-US" sz="9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first_purchase_date</a:t>
            </a:r>
            <a:r>
              <a:rPr lang="en-US" sz="9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next_purchase_date</a:t>
            </a:r>
            <a:r>
              <a:rPr lang="en-US" sz="9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latin typeface="Consolas" panose="020B0609020204030204" pitchFamily="49" charset="0"/>
              </a:rPr>
              <a:t>&lt;=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6</a:t>
            </a:r>
            <a:r>
              <a:rPr lang="en-US" sz="9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36085899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D88B4-9D69-3D04-7B7E-EA783A17D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7B55F14-89D4-75FF-BF28-49142AD4DB4F}"/>
              </a:ext>
            </a:extLst>
          </p:cNvPr>
          <p:cNvSpPr txBox="1"/>
          <p:nvPr/>
        </p:nvSpPr>
        <p:spPr>
          <a:xfrm>
            <a:off x="4310743" y="228600"/>
            <a:ext cx="333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ADVANCED PROBLEMS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D9FED3-E9A1-2E4F-E812-538E2CBFA9A1}"/>
              </a:ext>
            </a:extLst>
          </p:cNvPr>
          <p:cNvSpPr txBox="1"/>
          <p:nvPr/>
        </p:nvSpPr>
        <p:spPr>
          <a:xfrm>
            <a:off x="7459437" y="228600"/>
            <a:ext cx="2020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PYTHON OUTPUT</a:t>
            </a:r>
            <a:endParaRPr lang="en-IN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F5BE1C-16E2-0D9C-62C3-16699A1D1B7B}"/>
              </a:ext>
            </a:extLst>
          </p:cNvPr>
          <p:cNvSpPr txBox="1"/>
          <p:nvPr/>
        </p:nvSpPr>
        <p:spPr>
          <a:xfrm>
            <a:off x="205449" y="874814"/>
            <a:ext cx="1004972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Q4-Calculate the retention rate of customers, defined as the percentage of customers </a:t>
            </a:r>
          </a:p>
          <a:p>
            <a:r>
              <a:rPr lang="en-US" sz="1500" dirty="0"/>
              <a:t>who make another purchase within 6 months of their first purchase.</a:t>
            </a:r>
            <a:endParaRPr lang="en-IN" sz="15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6F0517-9716-B124-4B30-D1EF1947F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829" y="1705694"/>
            <a:ext cx="3581914" cy="49237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8A5562-87CF-5E7B-9582-844065043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4628" y="2147202"/>
            <a:ext cx="4354286" cy="72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1150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9166A-1A0A-1F8C-0064-6C4F4011B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37C3A72-1B3F-071E-68FF-28115CCD2DD3}"/>
              </a:ext>
            </a:extLst>
          </p:cNvPr>
          <p:cNvSpPr txBox="1"/>
          <p:nvPr/>
        </p:nvSpPr>
        <p:spPr>
          <a:xfrm>
            <a:off x="4310743" y="75716"/>
            <a:ext cx="333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ADVANCED PROBLEMS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345ED5-C039-4F36-EB16-AB6BF55845ED}"/>
              </a:ext>
            </a:extLst>
          </p:cNvPr>
          <p:cNvSpPr txBox="1"/>
          <p:nvPr/>
        </p:nvSpPr>
        <p:spPr>
          <a:xfrm>
            <a:off x="7459437" y="228600"/>
            <a:ext cx="2020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SQL OUTPUT</a:t>
            </a:r>
            <a:endParaRPr lang="en-IN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5AF2A7-72F9-C6F7-CDC2-8B72738BA994}"/>
              </a:ext>
            </a:extLst>
          </p:cNvPr>
          <p:cNvSpPr txBox="1"/>
          <p:nvPr/>
        </p:nvSpPr>
        <p:spPr>
          <a:xfrm>
            <a:off x="172792" y="541511"/>
            <a:ext cx="10049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Q5.Identify the top 3 customers who spent the most money in each year.</a:t>
            </a:r>
            <a:endParaRPr lang="en-IN" sz="1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447A20-798A-BE24-CE63-4E03B3DF990F}"/>
              </a:ext>
            </a:extLst>
          </p:cNvPr>
          <p:cNvSpPr txBox="1"/>
          <p:nvPr/>
        </p:nvSpPr>
        <p:spPr>
          <a:xfrm>
            <a:off x="426333" y="1011473"/>
            <a:ext cx="3525181" cy="577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WITH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CustomerYearSales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US" sz="9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US" sz="9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order_purchase_timestamp</a:t>
            </a:r>
            <a:r>
              <a:rPr lang="en-US" sz="9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US" sz="9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IN" sz="9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customer_id</a:t>
            </a:r>
            <a:r>
              <a:rPr lang="en-IN" sz="9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US" sz="9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US" sz="9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payment_value</a:t>
            </a:r>
            <a:r>
              <a:rPr lang="en-US" sz="9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TotalSpent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IN" sz="9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orders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$ o</a:t>
            </a:r>
          </a:p>
          <a:p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9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IN" sz="9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payments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$ p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IN" sz="9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order_id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IN" sz="9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order_id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US" sz="9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US" sz="9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order_purchase_timestamp</a:t>
            </a:r>
            <a:r>
              <a:rPr lang="en-US" sz="9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IN" sz="9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customer_id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RankedCustomers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808080"/>
                </a:solidFill>
                <a:latin typeface="Consolas" panose="020B0609020204030204" pitchFamily="49" charset="0"/>
              </a:rPr>
              <a:t>*,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900" dirty="0">
                <a:solidFill>
                  <a:srgbClr val="FF00FF"/>
                </a:solidFill>
                <a:latin typeface="Consolas" panose="020B0609020204030204" pitchFamily="49" charset="0"/>
              </a:rPr>
              <a:t>RANK</a:t>
            </a:r>
            <a:r>
              <a:rPr lang="en-IN" sz="9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OVER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IN" sz="9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PARTITION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ORDER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TotalSpent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DESC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9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RankNum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CustomerYearSales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9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IN" sz="9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customer_id</a:t>
            </a:r>
            <a:r>
              <a:rPr lang="en-IN" sz="9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TotalSpent</a:t>
            </a:r>
            <a:r>
              <a:rPr lang="en-IN" sz="9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RankNum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RankedCustomers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RankNum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808080"/>
                </a:solidFill>
                <a:latin typeface="Consolas" panose="020B0609020204030204" pitchFamily="49" charset="0"/>
              </a:rPr>
              <a:t>&lt;=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3</a:t>
            </a:r>
          </a:p>
          <a:p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ORDER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IN" sz="9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RankNum</a:t>
            </a:r>
            <a:r>
              <a:rPr lang="en-IN" sz="9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5DA143-1648-CE22-460F-0222DE0D3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585" y="1669959"/>
            <a:ext cx="4622901" cy="249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9580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5283E-79BD-9D95-9DD9-A62ACE323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C35E0D-D3FF-D529-7D5D-947A7991428E}"/>
              </a:ext>
            </a:extLst>
          </p:cNvPr>
          <p:cNvSpPr txBox="1"/>
          <p:nvPr/>
        </p:nvSpPr>
        <p:spPr>
          <a:xfrm>
            <a:off x="4310743" y="228600"/>
            <a:ext cx="333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ADVANCED PROBLEMS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D95332-2535-2D6E-719B-C23C9CDEF4C5}"/>
              </a:ext>
            </a:extLst>
          </p:cNvPr>
          <p:cNvSpPr txBox="1"/>
          <p:nvPr/>
        </p:nvSpPr>
        <p:spPr>
          <a:xfrm>
            <a:off x="7459437" y="228600"/>
            <a:ext cx="2020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PYTHON OUTPUT</a:t>
            </a:r>
            <a:endParaRPr lang="en-IN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291356-4B7F-4907-B923-D079E884D008}"/>
              </a:ext>
            </a:extLst>
          </p:cNvPr>
          <p:cNvSpPr txBox="1"/>
          <p:nvPr/>
        </p:nvSpPr>
        <p:spPr>
          <a:xfrm>
            <a:off x="205449" y="874814"/>
            <a:ext cx="10049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Q5.Identify the top 3 customers who spent the most money in each year.</a:t>
            </a:r>
            <a:endParaRPr lang="en-IN" sz="1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FCA5FF-CE87-A0F7-AE1B-F0890FED70B8}"/>
              </a:ext>
            </a:extLst>
          </p:cNvPr>
          <p:cNvSpPr txBox="1"/>
          <p:nvPr/>
        </p:nvSpPr>
        <p:spPr>
          <a:xfrm>
            <a:off x="3050722" y="1305342"/>
            <a:ext cx="6101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A0EB48-F1CA-98FA-0789-AEE12AD7D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95" y="1521028"/>
            <a:ext cx="2972834" cy="53369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1C5E42-AE5D-1707-FE90-E5B5CFC9F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124" y="1735870"/>
            <a:ext cx="4411541" cy="24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30113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3109</TotalTime>
  <Words>1886</Words>
  <Application>Microsoft Office PowerPoint</Application>
  <PresentationFormat>Widescreen</PresentationFormat>
  <Paragraphs>347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Consolas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Aifaz Shah</dc:creator>
  <cp:lastModifiedBy>Aifaz Shah</cp:lastModifiedBy>
  <cp:revision>2</cp:revision>
  <dcterms:created xsi:type="dcterms:W3CDTF">2026-03-31T11:14:39Z</dcterms:created>
  <dcterms:modified xsi:type="dcterms:W3CDTF">2026-04-07T10:48:51Z</dcterms:modified>
</cp:coreProperties>
</file>